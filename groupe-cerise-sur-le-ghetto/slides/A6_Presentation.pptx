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256a14a0734880" /><Relationship Type="http://schemas.openxmlformats.org/officeDocument/2006/relationships/extended-properties" Target="/docProps/app.xml" Id="R1e0909691f724037" /><Relationship Type="http://schemas.openxmlformats.org/officeDocument/2006/relationships/officeDocument" Target="/ppt/presentation.xml" Id="Rbadd7d2a43394919" /></Relationships>
</file>

<file path=ppt/presentation.xml><?xml version="1.0" encoding="utf-8"?>
<p:presentation xmlns:p="http://schemas.openxmlformats.org/presentationml/2006/main">
  <p:sldMasterIdLst>
    <p:sldMasterId xmlns:r="http://schemas.openxmlformats.org/officeDocument/2006/relationships" id="2147483648" r:id="Rb7e628b7b58444de"/>
  </p:sldMasterIdLst>
  <p:notesMasterIdLst>
    <p:notesMasterId xmlns:r="http://schemas.openxmlformats.org/officeDocument/2006/relationships" r:id="R2e0ce20c4e1d4d68"/>
  </p:notesMasterIdLst>
  <p:sldIdLst>
    <p:sldId xmlns:r="http://schemas.openxmlformats.org/officeDocument/2006/relationships" id="256" r:id="Re39758e82c6d47a3"/>
    <p:sldId xmlns:r="http://schemas.openxmlformats.org/officeDocument/2006/relationships" id="257" r:id="R857657fc902740e6"/>
    <p:sldId xmlns:r="http://schemas.openxmlformats.org/officeDocument/2006/relationships" id="258" r:id="R39bd2a224cfe43bc"/>
    <p:sldId xmlns:r="http://schemas.openxmlformats.org/officeDocument/2006/relationships" id="259" r:id="R87b62c27bbe046ab"/>
    <p:sldId xmlns:r="http://schemas.openxmlformats.org/officeDocument/2006/relationships" id="260" r:id="Rfe681996b630492a"/>
    <p:sldId xmlns:r="http://schemas.openxmlformats.org/officeDocument/2006/relationships" id="261" r:id="R0f6918e381a14ce5"/>
    <p:sldId xmlns:r="http://schemas.openxmlformats.org/officeDocument/2006/relationships" id="262" r:id="Re269f50501a54dd5"/>
    <p:sldId xmlns:r="http://schemas.openxmlformats.org/officeDocument/2006/relationships" id="263" r:id="Rdb8d992dce2d4c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5a3b62ad8c4b9e" /><Relationship Type="http://schemas.openxmlformats.org/officeDocument/2006/relationships/slideMaster" Target="/ppt/slideMasters/slideMaster1.xml" Id="Rb7e628b7b58444de" /><Relationship Type="http://schemas.openxmlformats.org/officeDocument/2006/relationships/notesMaster" Target="/ppt/notesMasters/notesMaster1.xml" Id="R2e0ce20c4e1d4d68" /><Relationship Type="http://schemas.openxmlformats.org/officeDocument/2006/relationships/presProps" Target="/ppt/presProps.xml" Id="Rc55e38cb9b074287" /><Relationship Type="http://schemas.openxmlformats.org/officeDocument/2006/relationships/tableStyles" Target="/ppt/tableStyles.xml" Id="Rdb07266752b74c83" /><Relationship Type="http://schemas.openxmlformats.org/officeDocument/2006/relationships/slide" Target="/ppt/slides/slide1.xml" Id="Re39758e82c6d47a3" /><Relationship Type="http://schemas.openxmlformats.org/officeDocument/2006/relationships/slide" Target="/ppt/slides/slide2.xml" Id="R857657fc902740e6" /><Relationship Type="http://schemas.openxmlformats.org/officeDocument/2006/relationships/slide" Target="/ppt/slides/slide3.xml" Id="R39bd2a224cfe43bc" /><Relationship Type="http://schemas.openxmlformats.org/officeDocument/2006/relationships/slide" Target="/ppt/slides/slide4.xml" Id="R87b62c27bbe046ab" /><Relationship Type="http://schemas.openxmlformats.org/officeDocument/2006/relationships/slide" Target="/ppt/slides/slide5.xml" Id="Rfe681996b630492a" /><Relationship Type="http://schemas.openxmlformats.org/officeDocument/2006/relationships/slide" Target="/ppt/slides/slide6.xml" Id="R0f6918e381a14ce5" /><Relationship Type="http://schemas.openxmlformats.org/officeDocument/2006/relationships/slide" Target="/ppt/slides/slide7.xml" Id="Re269f50501a54dd5" /><Relationship Type="http://schemas.openxmlformats.org/officeDocument/2006/relationships/slide" Target="/ppt/slides/slide8.xml" Id="Rdb8d992dce2d4c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e020ab3b8243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e10184c1514d5b" /><Relationship Type="http://schemas.openxmlformats.org/officeDocument/2006/relationships/notesMaster" Target="/ppt/notesMasters/notesMaster1.xml" Id="Ree1175aff6234e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92db0a51bf463c" /><Relationship Type="http://schemas.openxmlformats.org/officeDocument/2006/relationships/notesMaster" Target="/ppt/notesMasters/notesMaster1.xml" Id="Rfe37d851f4d44c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032a3e97404aee" /><Relationship Type="http://schemas.openxmlformats.org/officeDocument/2006/relationships/notesMaster" Target="/ppt/notesMasters/notesMaster1.xml" Id="R5fd1ce0ce1d64c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85db61e3b143a7" /><Relationship Type="http://schemas.openxmlformats.org/officeDocument/2006/relationships/notesMaster" Target="/ppt/notesMasters/notesMaster1.xml" Id="R5a8a9a24b99e42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39d5d753a44abb" /><Relationship Type="http://schemas.openxmlformats.org/officeDocument/2006/relationships/notesMaster" Target="/ppt/notesMasters/notesMaster1.xml" Id="R6edda6a102514c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8cdf673d30464a" /><Relationship Type="http://schemas.openxmlformats.org/officeDocument/2006/relationships/notesMaster" Target="/ppt/notesMasters/notesMaster1.xml" Id="R366a64d111b643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3e49c3f88d447f" /><Relationship Type="http://schemas.openxmlformats.org/officeDocument/2006/relationships/notesMaster" Target="/ppt/notesMasters/notesMaster1.xml" Id="R180871bb042b48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f8522111c64b68" /><Relationship Type="http://schemas.openxmlformats.org/officeDocument/2006/relationships/notesMaster" Target="/ppt/notesMasters/notesMaster1.xml" Id="R7c578ed68d2149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Nous avons travaillé sur la réécriture contrôlée. L’objectif est de modifier une propriété du texte, par exemple sa longueur ou son ton, tout en gardant les informations de départ. Nous comparons deux façons de formuler la demande à l’IA. Notre travail porte surtout sur la mesure : une phrase peut paraître meilleure et pourtant perdre une condition importante.</a:t>
            </a:r>
          </a:p>
          <a:p xmlns:a="http://schemas.openxmlformats.org/drawingml/2006/main">
            <a:r>
              <a:t/>
            </a:r>
          </a:p>
          <a:p xmlns:a="http://schemas.openxmlformats.org/drawingml/2006/main">
            <a:r>
              <a:t>Sources : fiche A6 du catalogue et commentaire enseignant sur issue #7 ; results/benchmark.json et docs/PROTOCOLE.md du groupe. Assistance ChatGPT/Codex déclarée. Validation humaine du juge en attente.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Prenons un message logistique. Il donne une date, une quantité et une limite : l’installation n’est pas comprise. Nous pouvons demander une version plus courte pour un affichage ou plus simple pour un lecteur qui connaît peu le domaine. Mais si la réécriture oublie que l’installation n’est pas comprise, elle change le service annoncé. Cette information doit donc être contrôlée, même si la phrase semble claire.</a:t>
            </a:r>
          </a:p>
          <a:p xmlns:a="http://schemas.openxmlformats.org/drawingml/2006/main">
            <a:r>
              <a:t/>
            </a:r>
          </a:p>
          <a:p xmlns:a="http://schemas.openxmlformats.org/drawingml/2006/main">
            <a:r>
              <a:t>Sources : fiche A6 du catalogue et commentaire enseignant sur issue #7 ; results/benchmark.json et docs/PROTOCOLE.md du groupe. Assistance ChatGPT/Codex déclarée. Validation humaine du juge en attente.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Nous évaluons quatre transformations séparément. Pour la longueur, nous visons environ 65 % du nombre de mots initial. Pour la simplification, nous demandons un gain de dix points sur un indice de lisibilité adapté au français. Le registre et le ton sont notés sur cinq par un second modèle. Nous demandons un score d’au moins quatre et une progression d’au moins un point. Ces scores devront encore être comparés à des annotations humaines.</a:t>
            </a:r>
          </a:p>
          <a:p xmlns:a="http://schemas.openxmlformats.org/drawingml/2006/main">
            <a:r>
              <a:t/>
            </a:r>
          </a:p>
          <a:p xmlns:a="http://schemas.openxmlformats.org/drawingml/2006/main">
            <a:r>
              <a:t>Sources : fiche A6 du catalogue et commentaire enseignant sur issue #7 ; results/benchmark.json et docs/PROTOCOLE.md du groupe. Assistance ChatGPT/Codex déclarée. Validation humaine du juge en attente.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première méthode est notre référence : une consigne courte qui demande la transformation et la conservation du sens. La seconde détaille les objectifs, liste les faits et précise que les dates, les nombres, les négations et les conditions doivent rester fidèles. Les deux méthodes utilisent le même générateur. La comparaison mesure donc l’ensemble apporté par ces consignes et la liste de faits, pas uniquement une présentation plus structurée du prompt.</a:t>
            </a:r>
          </a:p>
          <a:p xmlns:a="http://schemas.openxmlformats.org/drawingml/2006/main">
            <a:r>
              <a:t/>
            </a:r>
          </a:p>
          <a:p xmlns:a="http://schemas.openxmlformats.org/drawingml/2006/main">
            <a:r>
              <a:t>Sources : fiche A6 du catalogue et commentaire enseignant sur issue #7 ; results/benchmark.json et docs/PROTOCOLE.md du groupe. Assistance ChatGPT/Codex déclarée. Validation humaine du juge en attente.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Nous séparons le contrôle de l’attribut et celui du contenu. Le deuxième modèle évalue les variantes sans connaître le nom de la méthode. Il recherche les faits manquants, les contradictions et les ajouts, et estime la proximité du sens. Nous contrôlons également les nombres automatiquement. Nous comptons un succès conjoint uniquement si toutes les conditions sont réunies. Une information perdue suffit donc à faire échouer le résultat.</a:t>
            </a:r>
          </a:p>
          <a:p xmlns:a="http://schemas.openxmlformats.org/drawingml/2006/main">
            <a:r>
              <a:t/>
            </a:r>
          </a:p>
          <a:p xmlns:a="http://schemas.openxmlformats.org/drawingml/2006/main">
            <a:r>
              <a:t>Sources : fiche A6 du catalogue et commentaire enseignant sur issue #7 ; results/benchmark.json et docs/PROTOCOLE.md du groupe. Assistance ChatGPT/Codex déclarée. Validation humaine du juge en attente.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tableau compare le nombre de succès conjoints estimés sur les 32 textes réservés au test. Les huit autres textes sont identifiés comme développement, dont le texte utilisé pour les essais techniques. Les chiffres affichés viennent de la campagne enregistrée et incluent les erreurs éventuelles dans le dénominateur. Nous les présentons comme provisoires, car le juge peut se tromper. Le rapport complet permet d’examiner les sorties et les raisons associées à chaque échec.</a:t>
            </a:r>
          </a:p>
          <a:p xmlns:a="http://schemas.openxmlformats.org/drawingml/2006/main">
            <a:r>
              <a:t/>
            </a:r>
          </a:p>
          <a:p xmlns:a="http://schemas.openxmlformats.org/drawingml/2006/main">
            <a:r>
              <a:t>Sources : fiche A6 du catalogue et commentaire enseignant sur issue #7 ; results/benchmark.json et docs/PROTOCOLE.md du groupe. Assistance ChatGPT/Codex déclarée. Validation humaine du juge en attente.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Voici un cas conservé dans les résultats, et non une sortie corrigée après coup. Nous confrontons la réécriture aux trois faits de référence. Le commentaire affiché est celui du juge et doit lui aussi être discuté. Ce type de cas permet de comprendre pourquoi nous ne nous limitons ni au nombre de mots ni à une impression de qualité. Nous devons distinguer un objectif non atteint, une perte de fait et un éventuel faux signal du juge.</a:t>
            </a:r>
          </a:p>
          <a:p xmlns:a="http://schemas.openxmlformats.org/drawingml/2006/main">
            <a:r>
              <a:t/>
            </a:r>
          </a:p>
          <a:p xmlns:a="http://schemas.openxmlformats.org/drawingml/2006/main">
            <a:r>
              <a:t>Sources : fiche A6 du catalogue et commentaire enseignant sur issue #7 ; results/benchmark.json et docs/PROTOCOLE.md du groupe. Assistance ChatGPT/Codex déclarée. Validation humaine du juge en attente.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Notre prototype fonctionne et conserve les résultats pour une démonstration sans connexion. Il reste toutefois une étape essentielle : annoter seize réécritures afin de vérifier l’accord avec le juge IA. Nous devrons aussi interpréter les résultats avec prudence, car le corpus est synthétique et les formulations de départ se ressemblent. La suite est de terminer cette revue, d’analyser les désaccords et de consolider la présentation. Les contraintes combinées restent une extension possible, pas un résultat déjà mesuré.</a:t>
            </a:r>
          </a:p>
          <a:p xmlns:a="http://schemas.openxmlformats.org/drawingml/2006/main">
            <a:r>
              <a:t/>
            </a:r>
          </a:p>
          <a:p xmlns:a="http://schemas.openxmlformats.org/drawingml/2006/main">
            <a:r>
              <a:t>Sources : fiche A6 du catalogue et commentaire enseignant sur issue #7 ; results/benchmark.json et docs/PROTOCOLE.md du groupe. Assistance ChatGPT/Codex déclarée. Validation humaine du juge en attente.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d7dd7d8d084b0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fa07b3fdd94a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90ddfbbe734c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64ac26bd3441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4e297d905c41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f7641c36ab540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51288F-8C83-4F03-B756-618B382F03E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06646E3-3FD3-4E39-A05C-D5A7F05936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35155F-AF5A-4D09-AE04-B3C29E956F0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347A1A-D37A-48D8-BF8B-2FD9C9F792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7CD3233-4748-4F19-8DEF-B7E5650A909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46FD55A-4104-4646-AB75-A5E94E6F0C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EF34AA-69A0-40CC-9CBE-A7E5540F9D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15CA1AE-8D35-4366-B5BD-124C162F19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65220C-0836-4658-8BF8-20D9E56D04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5063AB-4BF3-43ED-8429-BDD7321B01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29dd2ec93146bc" /><Relationship Type="http://schemas.openxmlformats.org/officeDocument/2006/relationships/slideLayout" Target="/ppt/slideLayouts/slideLayout1.xml" Id="R6ff35ad910b14248" /><Relationship Type="http://schemas.openxmlformats.org/officeDocument/2006/relationships/slideLayout" Target="/ppt/slideLayouts/slideLayout2.xml" Id="R1cbacd9edf0546d1" /><Relationship Type="http://schemas.openxmlformats.org/officeDocument/2006/relationships/slideLayout" Target="/ppt/slideLayouts/slideLayout3.xml" Id="Rc5bc296b51f14702" /><Relationship Type="http://schemas.openxmlformats.org/officeDocument/2006/relationships/slideLayout" Target="/ppt/slideLayouts/slideLayout4.xml" Id="R76c12038ee9248af" /><Relationship Type="http://schemas.openxmlformats.org/officeDocument/2006/relationships/slideLayout" Target="/ppt/slideLayouts/slideLayout5.xml" Id="R36d830b644674565" /><Relationship Type="http://schemas.openxmlformats.org/officeDocument/2006/relationships/slideLayout" Target="/ppt/slideLayouts/slideLayout6.xml" Id="R4dcb6379481143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f35ad910b14248"/>
    <p:sldLayoutId xmlns:r="http://schemas.openxmlformats.org/officeDocument/2006/relationships" id="2147483650" r:id="R1cbacd9edf0546d1"/>
    <p:sldLayoutId xmlns:r="http://schemas.openxmlformats.org/officeDocument/2006/relationships" id="2147483651" r:id="Rc5bc296b51f14702"/>
    <p:sldLayoutId xmlns:r="http://schemas.openxmlformats.org/officeDocument/2006/relationships" id="2147483652" r:id="R76c12038ee9248af"/>
    <p:sldLayoutId xmlns:r="http://schemas.openxmlformats.org/officeDocument/2006/relationships" id="2147483653" r:id="R36d830b644674565"/>
    <p:sldLayoutId xmlns:r="http://schemas.openxmlformats.org/officeDocument/2006/relationships" id="2147483654" r:id="R4dcb6379481143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8c2b7ee8ac4009" /><Relationship Type="http://schemas.openxmlformats.org/officeDocument/2006/relationships/notesSlide" Target="/ppt/notesSlides/notesSlide1.xml" Id="Rbdcfe1011ad242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09bd20d0faa4473" /><Relationship Type="http://schemas.openxmlformats.org/officeDocument/2006/relationships/notesSlide" Target="/ppt/notesSlides/notesSlide2.xml" Id="R67c5bebfae7648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9f986c5f37a47c2" /><Relationship Type="http://schemas.openxmlformats.org/officeDocument/2006/relationships/notesSlide" Target="/ppt/notesSlides/notesSlide3.xml" Id="Ra70220740b7b4d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2a6eb3316e84add" /><Relationship Type="http://schemas.openxmlformats.org/officeDocument/2006/relationships/notesSlide" Target="/ppt/notesSlides/notesSlide4.xml" Id="Rf469ecd644b540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35ec84b84624df3" /><Relationship Type="http://schemas.openxmlformats.org/officeDocument/2006/relationships/notesSlide" Target="/ppt/notesSlides/notesSlide5.xml" Id="Rb625058ae02c40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61f95a2a7ae40e8" /><Relationship Type="http://schemas.openxmlformats.org/officeDocument/2006/relationships/notesSlide" Target="/ppt/notesSlides/notesSlide6.xml" Id="R6b84f0a425e54a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3d3f5584d141e9" /><Relationship Type="http://schemas.openxmlformats.org/officeDocument/2006/relationships/notesSlide" Target="/ppt/notesSlides/notesSlide7.xml" Id="R4cb96b7c8f2645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1136b18b83846cc" /><Relationship Type="http://schemas.openxmlformats.org/officeDocument/2006/relationships/notesSlide" Target="/ppt/notesSlides/notesSlide8.xml" Id="R7782fd0c4b334941"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1D7754-EF0F-4119-A8F6-D32AC044D782}"/>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4332F"/>
                </a:solidFill>
                <a:latin typeface="DejaVu Sans"/>
                <a:ea typeface="DejaVu Sans"/>
                <a:cs typeface="DejaVu Sans"/>
              </a:defRPr>
            </a:defPPr>
            <a:lvl1pPr>
              <a:defRPr sz="3225" b="1">
                <a:solidFill>
                  <a:srgbClr val="24332F"/>
                </a:solidFill>
                <a:latin typeface="DejaVu Sans"/>
                <a:ea typeface="DejaVu Sans"/>
                <a:cs typeface="DejaVu Sans"/>
              </a:defRPr>
            </a:lvl1pPr>
            <a:lvl2pPr>
              <a:defRPr sz="3225" b="1">
                <a:solidFill>
                  <a:srgbClr val="24332F"/>
                </a:solidFill>
                <a:latin typeface="DejaVu Sans"/>
                <a:ea typeface="DejaVu Sans"/>
                <a:cs typeface="DejaVu Sans"/>
              </a:defRPr>
            </a:lvl2pPr>
            <a:lvl3pPr>
              <a:defRPr sz="3225" b="1">
                <a:solidFill>
                  <a:srgbClr val="24332F"/>
                </a:solidFill>
                <a:latin typeface="DejaVu Sans"/>
                <a:ea typeface="DejaVu Sans"/>
                <a:cs typeface="DejaVu Sans"/>
              </a:defRPr>
            </a:lvl3pPr>
            <a:lvl4pPr>
              <a:defRPr sz="3225" b="1">
                <a:solidFill>
                  <a:srgbClr val="24332F"/>
                </a:solidFill>
                <a:latin typeface="DejaVu Sans"/>
                <a:ea typeface="DejaVu Sans"/>
                <a:cs typeface="DejaVu Sans"/>
              </a:defRPr>
            </a:lvl4pPr>
            <a:lvl5pPr>
              <a:defRPr sz="3225" b="1">
                <a:solidFill>
                  <a:srgbClr val="24332F"/>
                </a:solidFill>
                <a:latin typeface="DejaVu Sans"/>
                <a:ea typeface="DejaVu Sans"/>
                <a:cs typeface="DejaVu Sans"/>
              </a:defRPr>
            </a:lvl5pPr>
            <a:lvl6pPr>
              <a:defRPr sz="3225" b="1">
                <a:solidFill>
                  <a:srgbClr val="24332F"/>
                </a:solidFill>
                <a:latin typeface="DejaVu Sans"/>
                <a:ea typeface="DejaVu Sans"/>
                <a:cs typeface="DejaVu Sans"/>
              </a:defRPr>
            </a:lvl6pPr>
            <a:lvl7pPr>
              <a:defRPr sz="3225" b="1">
                <a:solidFill>
                  <a:srgbClr val="24332F"/>
                </a:solidFill>
                <a:latin typeface="DejaVu Sans"/>
                <a:ea typeface="DejaVu Sans"/>
                <a:cs typeface="DejaVu Sans"/>
              </a:defRPr>
            </a:lvl7pPr>
            <a:lvl8pPr>
              <a:defRPr sz="3225" b="1">
                <a:solidFill>
                  <a:srgbClr val="24332F"/>
                </a:solidFill>
                <a:latin typeface="DejaVu Sans"/>
                <a:ea typeface="DejaVu Sans"/>
                <a:cs typeface="DejaVu Sans"/>
              </a:defRPr>
            </a:lvl8pPr>
            <a:lvl9pPr>
              <a:defRPr sz="3225" b="1">
                <a:solidFill>
                  <a:srgbClr val="24332F"/>
                </a:solidFill>
                <a:latin typeface="DejaVu Sans"/>
                <a:ea typeface="DejaVu Sans"/>
                <a:cs typeface="DejaVu Sans"/>
              </a:defRPr>
            </a:lvl9pPr>
          </a:lstStyle>
          <a:p xmlns:a="http://schemas.openxmlformats.org/drawingml/2006/main">
            <a:pPr>
              <a:defRPr sz="3225" b="1">
                <a:solidFill>
                  <a:srgbClr val="24332F"/>
                </a:solidFill>
                <a:latin typeface="DejaVu Sans"/>
                <a:ea typeface="DejaVu Sans"/>
                <a:cs typeface="DejaVu Sans"/>
              </a:defRPr>
            </a:pPr>
            <a:r>
              <a:rPr sz="3225" b="1">
                <a:solidFill>
                  <a:srgbClr val="24332F"/>
                </a:solidFill>
                <a:latin typeface="DejaVu Sans"/>
                <a:ea typeface="DejaVu Sans"/>
                <a:cs typeface="DejaVu Sans"/>
              </a:rPr>
              <a:t>Réécrire un texte en conservant ses informations</a:t>
            </a:r>
          </a:p>
        </p:txBody>
      </p:sp>
      <p:sp>
        <p:nvSpPr>
          <p:cNvPr id="2" name="">
            <a:extLst xmlns:a="http://schemas.openxmlformats.org/drawingml/2006/main">
              <a:ext uri="{FF2B5EF4-FFF2-40B4-BE49-F238E27FC236}">
                <a16:creationId xmlns:a16="http://schemas.microsoft.com/office/drawing/2014/main" id="{3AF72B71-EECF-4295-A12F-B7C1A9DD1246}"/>
              </a:ext>
            </a:extLst>
          </p:cNvPr>
          <p:cNvSpPr>
            <a:spLocks xmlns:a="http://schemas.openxmlformats.org/drawingml/2006/main" noGrp="1"/>
          </p:cNvSpPr>
          <p:nvPr/>
        </p:nvSpPr>
        <p:spPr>
          <a:xfrm xmlns:a="http://schemas.openxmlformats.org/drawingml/2006/main">
            <a:off x="619125" y="6381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6D68"/>
                </a:solidFill>
                <a:latin typeface="DejaVu Sans"/>
                <a:ea typeface="DejaVu Sans"/>
                <a:cs typeface="DejaVu Sans"/>
              </a:defRPr>
            </a:defPPr>
            <a:lvl1pPr>
              <a:defRPr sz="1275" b="0">
                <a:solidFill>
                  <a:srgbClr val="656D68"/>
                </a:solidFill>
                <a:latin typeface="DejaVu Sans"/>
                <a:ea typeface="DejaVu Sans"/>
                <a:cs typeface="DejaVu Sans"/>
              </a:defRPr>
            </a:lvl1pPr>
            <a:lvl2pPr>
              <a:defRPr sz="1275" b="0">
                <a:solidFill>
                  <a:srgbClr val="656D68"/>
                </a:solidFill>
                <a:latin typeface="DejaVu Sans"/>
                <a:ea typeface="DejaVu Sans"/>
                <a:cs typeface="DejaVu Sans"/>
              </a:defRPr>
            </a:lvl2pPr>
            <a:lvl3pPr>
              <a:defRPr sz="1275" b="0">
                <a:solidFill>
                  <a:srgbClr val="656D68"/>
                </a:solidFill>
                <a:latin typeface="DejaVu Sans"/>
                <a:ea typeface="DejaVu Sans"/>
                <a:cs typeface="DejaVu Sans"/>
              </a:defRPr>
            </a:lvl3pPr>
            <a:lvl4pPr>
              <a:defRPr sz="1275" b="0">
                <a:solidFill>
                  <a:srgbClr val="656D68"/>
                </a:solidFill>
                <a:latin typeface="DejaVu Sans"/>
                <a:ea typeface="DejaVu Sans"/>
                <a:cs typeface="DejaVu Sans"/>
              </a:defRPr>
            </a:lvl4pPr>
            <a:lvl5pPr>
              <a:defRPr sz="1275" b="0">
                <a:solidFill>
                  <a:srgbClr val="656D68"/>
                </a:solidFill>
                <a:latin typeface="DejaVu Sans"/>
                <a:ea typeface="DejaVu Sans"/>
                <a:cs typeface="DejaVu Sans"/>
              </a:defRPr>
            </a:lvl5pPr>
            <a:lvl6pPr>
              <a:defRPr sz="1275" b="0">
                <a:solidFill>
                  <a:srgbClr val="656D68"/>
                </a:solidFill>
                <a:latin typeface="DejaVu Sans"/>
                <a:ea typeface="DejaVu Sans"/>
                <a:cs typeface="DejaVu Sans"/>
              </a:defRPr>
            </a:lvl6pPr>
            <a:lvl7pPr>
              <a:defRPr sz="1275" b="0">
                <a:solidFill>
                  <a:srgbClr val="656D68"/>
                </a:solidFill>
                <a:latin typeface="DejaVu Sans"/>
                <a:ea typeface="DejaVu Sans"/>
                <a:cs typeface="DejaVu Sans"/>
              </a:defRPr>
            </a:lvl7pPr>
            <a:lvl8pPr>
              <a:defRPr sz="1275" b="0">
                <a:solidFill>
                  <a:srgbClr val="656D68"/>
                </a:solidFill>
                <a:latin typeface="DejaVu Sans"/>
                <a:ea typeface="DejaVu Sans"/>
                <a:cs typeface="DejaVu Sans"/>
              </a:defRPr>
            </a:lvl8pPr>
            <a:lvl9pPr>
              <a:defRPr sz="1275" b="0">
                <a:solidFill>
                  <a:srgbClr val="656D68"/>
                </a:solidFill>
                <a:latin typeface="DejaVu Sans"/>
                <a:ea typeface="DejaVu Sans"/>
                <a:cs typeface="DejaVu Sans"/>
              </a:defRPr>
            </a:lvl9pPr>
          </a:lstStyle>
          <a:p xmlns:a="http://schemas.openxmlformats.org/drawingml/2006/main">
            <a:pPr>
              <a:defRPr sz="1275" b="0">
                <a:solidFill>
                  <a:srgbClr val="656D68"/>
                </a:solidFill>
                <a:latin typeface="DejaVu Sans"/>
                <a:ea typeface="DejaVu Sans"/>
                <a:cs typeface="DejaVu Sans"/>
              </a:defRPr>
            </a:pPr>
            <a:r>
              <a:rPr sz="1275" b="0">
                <a:solidFill>
                  <a:srgbClr val="656D68"/>
                </a:solidFill>
                <a:latin typeface="DejaVu Sans"/>
                <a:ea typeface="DejaVu Sans"/>
                <a:cs typeface="DejaVu Sans"/>
              </a:rPr>
              <a:t>G15 / A6 / Résultats provisoires                                  1/8</a:t>
            </a:r>
          </a:p>
        </p:txBody>
      </p:sp>
      <p:sp>
        <p:nvSpPr>
          <p:cNvPr id="3" name="">
            <a:extLst xmlns:a="http://schemas.openxmlformats.org/drawingml/2006/main">
              <a:ext uri="{FF2B5EF4-FFF2-40B4-BE49-F238E27FC236}">
                <a16:creationId xmlns:a16="http://schemas.microsoft.com/office/drawing/2014/main" id="{CEDB2EC4-39F9-4642-A13C-9F8A673997DC}"/>
              </a:ext>
            </a:extLst>
          </p:cNvPr>
          <p:cNvSpPr>
            <a:spLocks xmlns:a="http://schemas.openxmlformats.org/drawingml/2006/main" noGrp="1"/>
          </p:cNvSpPr>
          <p:nvPr/>
        </p:nvSpPr>
        <p:spPr>
          <a:xfrm xmlns:a="http://schemas.openxmlformats.org/drawingml/2006/main">
            <a:off x="619125" y="1952625"/>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44F4B"/>
                </a:solidFill>
                <a:latin typeface="DejaVu Sans"/>
                <a:ea typeface="DejaVu Sans"/>
                <a:cs typeface="DejaVu Sans"/>
              </a:defRPr>
            </a:defPPr>
            <a:lvl1pPr>
              <a:defRPr sz="4500" b="1">
                <a:solidFill>
                  <a:srgbClr val="244F4B"/>
                </a:solidFill>
                <a:latin typeface="DejaVu Sans"/>
                <a:ea typeface="DejaVu Sans"/>
                <a:cs typeface="DejaVu Sans"/>
              </a:defRPr>
            </a:lvl1pPr>
            <a:lvl2pPr>
              <a:defRPr sz="4500" b="1">
                <a:solidFill>
                  <a:srgbClr val="244F4B"/>
                </a:solidFill>
                <a:latin typeface="DejaVu Sans"/>
                <a:ea typeface="DejaVu Sans"/>
                <a:cs typeface="DejaVu Sans"/>
              </a:defRPr>
            </a:lvl2pPr>
            <a:lvl3pPr>
              <a:defRPr sz="4500" b="1">
                <a:solidFill>
                  <a:srgbClr val="244F4B"/>
                </a:solidFill>
                <a:latin typeface="DejaVu Sans"/>
                <a:ea typeface="DejaVu Sans"/>
                <a:cs typeface="DejaVu Sans"/>
              </a:defRPr>
            </a:lvl3pPr>
            <a:lvl4pPr>
              <a:defRPr sz="4500" b="1">
                <a:solidFill>
                  <a:srgbClr val="244F4B"/>
                </a:solidFill>
                <a:latin typeface="DejaVu Sans"/>
                <a:ea typeface="DejaVu Sans"/>
                <a:cs typeface="DejaVu Sans"/>
              </a:defRPr>
            </a:lvl4pPr>
            <a:lvl5pPr>
              <a:defRPr sz="4500" b="1">
                <a:solidFill>
                  <a:srgbClr val="244F4B"/>
                </a:solidFill>
                <a:latin typeface="DejaVu Sans"/>
                <a:ea typeface="DejaVu Sans"/>
                <a:cs typeface="DejaVu Sans"/>
              </a:defRPr>
            </a:lvl5pPr>
            <a:lvl6pPr>
              <a:defRPr sz="4500" b="1">
                <a:solidFill>
                  <a:srgbClr val="244F4B"/>
                </a:solidFill>
                <a:latin typeface="DejaVu Sans"/>
                <a:ea typeface="DejaVu Sans"/>
                <a:cs typeface="DejaVu Sans"/>
              </a:defRPr>
            </a:lvl6pPr>
            <a:lvl7pPr>
              <a:defRPr sz="4500" b="1">
                <a:solidFill>
                  <a:srgbClr val="244F4B"/>
                </a:solidFill>
                <a:latin typeface="DejaVu Sans"/>
                <a:ea typeface="DejaVu Sans"/>
                <a:cs typeface="DejaVu Sans"/>
              </a:defRPr>
            </a:lvl7pPr>
            <a:lvl8pPr>
              <a:defRPr sz="4500" b="1">
                <a:solidFill>
                  <a:srgbClr val="244F4B"/>
                </a:solidFill>
                <a:latin typeface="DejaVu Sans"/>
                <a:ea typeface="DejaVu Sans"/>
                <a:cs typeface="DejaVu Sans"/>
              </a:defRPr>
            </a:lvl8pPr>
            <a:lvl9pPr>
              <a:defRPr sz="4500" b="1">
                <a:solidFill>
                  <a:srgbClr val="244F4B"/>
                </a:solidFill>
                <a:latin typeface="DejaVu Sans"/>
                <a:ea typeface="DejaVu Sans"/>
                <a:cs typeface="DejaVu Sans"/>
              </a:defRPr>
            </a:lvl9pPr>
          </a:lstStyle>
          <a:p xmlns:a="http://schemas.openxmlformats.org/drawingml/2006/main">
            <a:pPr>
              <a:defRPr sz="4500" b="1">
                <a:solidFill>
                  <a:srgbClr val="244F4B"/>
                </a:solidFill>
                <a:latin typeface="DejaVu Sans"/>
                <a:ea typeface="DejaVu Sans"/>
                <a:cs typeface="DejaVu Sans"/>
              </a:defRPr>
            </a:pPr>
            <a:r>
              <a:rPr sz="4500" b="1">
                <a:solidFill>
                  <a:srgbClr val="244F4B"/>
                </a:solidFill>
                <a:latin typeface="DejaVu Sans"/>
                <a:ea typeface="DejaVu Sans"/>
                <a:cs typeface="DejaVu Sans"/>
              </a:rPr>
              <a:t>Changer le style,</a:t>
            </a:r>
          </a:p>
          <a:p xmlns:a="http://schemas.openxmlformats.org/drawingml/2006/main">
            <a:pPr>
              <a:defRPr sz="4500" b="1">
                <a:solidFill>
                  <a:srgbClr val="244F4B"/>
                </a:solidFill>
                <a:latin typeface="DejaVu Sans"/>
                <a:ea typeface="DejaVu Sans"/>
                <a:cs typeface="DejaVu Sans"/>
              </a:defRPr>
            </a:pPr>
            <a:r>
              <a:rPr sz="4500" b="1">
                <a:solidFill>
                  <a:srgbClr val="244F4B"/>
                </a:solidFill>
                <a:latin typeface="DejaVu Sans"/>
                <a:ea typeface="DejaVu Sans"/>
                <a:cs typeface="DejaVu Sans"/>
              </a:rPr>
              <a:t>préserver les faits</a:t>
            </a:r>
          </a:p>
        </p:txBody>
      </p:sp>
      <p:sp>
        <p:nvSpPr>
          <p:cNvPr id="4" name="">
            <a:extLst xmlns:a="http://schemas.openxmlformats.org/drawingml/2006/main">
              <a:ext uri="{FF2B5EF4-FFF2-40B4-BE49-F238E27FC236}">
                <a16:creationId xmlns:a16="http://schemas.microsoft.com/office/drawing/2014/main" id="{DA15D949-F249-4C18-BA47-27096C9C2874}"/>
              </a:ext>
            </a:extLst>
          </p:cNvPr>
          <p:cNvSpPr>
            <a:spLocks xmlns:a="http://schemas.openxmlformats.org/drawingml/2006/main" noGrp="1"/>
          </p:cNvSpPr>
          <p:nvPr/>
        </p:nvSpPr>
        <p:spPr>
          <a:xfrm xmlns:a="http://schemas.openxmlformats.org/drawingml/2006/main">
            <a:off x="619125" y="44291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32F"/>
                </a:solidFill>
                <a:latin typeface="DejaVu Sans"/>
                <a:ea typeface="DejaVu Sans"/>
                <a:cs typeface="DejaVu Sans"/>
              </a:defRPr>
            </a:defPPr>
            <a:lvl1pPr>
              <a:defRPr sz="2400" b="0">
                <a:solidFill>
                  <a:srgbClr val="24332F"/>
                </a:solidFill>
                <a:latin typeface="DejaVu Sans"/>
                <a:ea typeface="DejaVu Sans"/>
                <a:cs typeface="DejaVu Sans"/>
              </a:defRPr>
            </a:lvl1pPr>
            <a:lvl2pPr>
              <a:defRPr sz="2400" b="0">
                <a:solidFill>
                  <a:srgbClr val="24332F"/>
                </a:solidFill>
                <a:latin typeface="DejaVu Sans"/>
                <a:ea typeface="DejaVu Sans"/>
                <a:cs typeface="DejaVu Sans"/>
              </a:defRPr>
            </a:lvl2pPr>
            <a:lvl3pPr>
              <a:defRPr sz="2400" b="0">
                <a:solidFill>
                  <a:srgbClr val="24332F"/>
                </a:solidFill>
                <a:latin typeface="DejaVu Sans"/>
                <a:ea typeface="DejaVu Sans"/>
                <a:cs typeface="DejaVu Sans"/>
              </a:defRPr>
            </a:lvl3pPr>
            <a:lvl4pPr>
              <a:defRPr sz="2400" b="0">
                <a:solidFill>
                  <a:srgbClr val="24332F"/>
                </a:solidFill>
                <a:latin typeface="DejaVu Sans"/>
                <a:ea typeface="DejaVu Sans"/>
                <a:cs typeface="DejaVu Sans"/>
              </a:defRPr>
            </a:lvl4pPr>
            <a:lvl5pPr>
              <a:defRPr sz="2400" b="0">
                <a:solidFill>
                  <a:srgbClr val="24332F"/>
                </a:solidFill>
                <a:latin typeface="DejaVu Sans"/>
                <a:ea typeface="DejaVu Sans"/>
                <a:cs typeface="DejaVu Sans"/>
              </a:defRPr>
            </a:lvl5pPr>
            <a:lvl6pPr>
              <a:defRPr sz="2400" b="0">
                <a:solidFill>
                  <a:srgbClr val="24332F"/>
                </a:solidFill>
                <a:latin typeface="DejaVu Sans"/>
                <a:ea typeface="DejaVu Sans"/>
                <a:cs typeface="DejaVu Sans"/>
              </a:defRPr>
            </a:lvl6pPr>
            <a:lvl7pPr>
              <a:defRPr sz="2400" b="0">
                <a:solidFill>
                  <a:srgbClr val="24332F"/>
                </a:solidFill>
                <a:latin typeface="DejaVu Sans"/>
                <a:ea typeface="DejaVu Sans"/>
                <a:cs typeface="DejaVu Sans"/>
              </a:defRPr>
            </a:lvl7pPr>
            <a:lvl8pPr>
              <a:defRPr sz="2400" b="0">
                <a:solidFill>
                  <a:srgbClr val="24332F"/>
                </a:solidFill>
                <a:latin typeface="DejaVu Sans"/>
                <a:ea typeface="DejaVu Sans"/>
                <a:cs typeface="DejaVu Sans"/>
              </a:defRPr>
            </a:lvl8pPr>
            <a:lvl9pPr>
              <a:defRPr sz="2400" b="0">
                <a:solidFill>
                  <a:srgbClr val="24332F"/>
                </a:solidFill>
                <a:latin typeface="DejaVu Sans"/>
                <a:ea typeface="DejaVu Sans"/>
                <a:cs typeface="DejaVu Sans"/>
              </a:defRPr>
            </a:lvl9pPr>
          </a:lstStyle>
          <a:p xmlns:a="http://schemas.openxmlformats.org/drawingml/2006/main">
            <a:pPr>
              <a:defRPr sz="2400" b="0">
                <a:solidFill>
                  <a:srgbClr val="24332F"/>
                </a:solidFill>
                <a:latin typeface="DejaVu Sans"/>
                <a:ea typeface="DejaVu Sans"/>
                <a:cs typeface="DejaVu Sans"/>
              </a:defRPr>
            </a:pPr>
            <a:r>
              <a:rPr sz="2400" b="0">
                <a:solidFill>
                  <a:srgbClr val="24332F"/>
                </a:solidFill>
                <a:latin typeface="DejaVu Sans"/>
                <a:ea typeface="DejaVu Sans"/>
                <a:cs typeface="DejaVu Sans"/>
              </a:rPr>
              <a:t>40 textes synthétiques / 4 objectifs / 2 méthodes</a:t>
            </a:r>
          </a:p>
          <a:p xmlns:a="http://schemas.openxmlformats.org/drawingml/2006/main">
            <a:pPr>
              <a:defRPr sz="2400" b="0">
                <a:solidFill>
                  <a:srgbClr val="24332F"/>
                </a:solidFill>
                <a:latin typeface="DejaVu Sans"/>
                <a:ea typeface="DejaVu Sans"/>
                <a:cs typeface="DejaVu Sans"/>
              </a:defRPr>
            </a:pPr>
            <a:r>
              <a:rPr sz="2400" b="0">
                <a:solidFill>
                  <a:srgbClr val="24332F"/>
                </a:solidFill>
                <a:latin typeface="DejaVu Sans"/>
                <a:ea typeface="DejaVu Sans"/>
                <a:cs typeface="DejaVu Sans"/>
              </a:rPr>
              <a:t>320 réécritures obtenues dans la campagne</a:t>
            </a:r>
          </a:p>
        </p:txBody>
      </p:sp>
    </p:spTree>
    <p:extLst>
      <p:ext uri="{BB962C8B-B14F-4D97-AF65-F5344CB8AC3E}">
        <p14:creationId xmlns:p14="http://schemas.microsoft.com/office/powerpoint/2010/main" val="1568771602"/>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189A70-BFF0-4016-AD26-B9D616FA301D}"/>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4332F"/>
                </a:solidFill>
                <a:latin typeface="DejaVu Sans"/>
                <a:ea typeface="DejaVu Sans"/>
                <a:cs typeface="DejaVu Sans"/>
              </a:defRPr>
            </a:defPPr>
            <a:lvl1pPr>
              <a:defRPr sz="3225" b="1">
                <a:solidFill>
                  <a:srgbClr val="24332F"/>
                </a:solidFill>
                <a:latin typeface="DejaVu Sans"/>
                <a:ea typeface="DejaVu Sans"/>
                <a:cs typeface="DejaVu Sans"/>
              </a:defRPr>
            </a:lvl1pPr>
            <a:lvl2pPr>
              <a:defRPr sz="3225" b="1">
                <a:solidFill>
                  <a:srgbClr val="24332F"/>
                </a:solidFill>
                <a:latin typeface="DejaVu Sans"/>
                <a:ea typeface="DejaVu Sans"/>
                <a:cs typeface="DejaVu Sans"/>
              </a:defRPr>
            </a:lvl2pPr>
            <a:lvl3pPr>
              <a:defRPr sz="3225" b="1">
                <a:solidFill>
                  <a:srgbClr val="24332F"/>
                </a:solidFill>
                <a:latin typeface="DejaVu Sans"/>
                <a:ea typeface="DejaVu Sans"/>
                <a:cs typeface="DejaVu Sans"/>
              </a:defRPr>
            </a:lvl3pPr>
            <a:lvl4pPr>
              <a:defRPr sz="3225" b="1">
                <a:solidFill>
                  <a:srgbClr val="24332F"/>
                </a:solidFill>
                <a:latin typeface="DejaVu Sans"/>
                <a:ea typeface="DejaVu Sans"/>
                <a:cs typeface="DejaVu Sans"/>
              </a:defRPr>
            </a:lvl4pPr>
            <a:lvl5pPr>
              <a:defRPr sz="3225" b="1">
                <a:solidFill>
                  <a:srgbClr val="24332F"/>
                </a:solidFill>
                <a:latin typeface="DejaVu Sans"/>
                <a:ea typeface="DejaVu Sans"/>
                <a:cs typeface="DejaVu Sans"/>
              </a:defRPr>
            </a:lvl5pPr>
            <a:lvl6pPr>
              <a:defRPr sz="3225" b="1">
                <a:solidFill>
                  <a:srgbClr val="24332F"/>
                </a:solidFill>
                <a:latin typeface="DejaVu Sans"/>
                <a:ea typeface="DejaVu Sans"/>
                <a:cs typeface="DejaVu Sans"/>
              </a:defRPr>
            </a:lvl6pPr>
            <a:lvl7pPr>
              <a:defRPr sz="3225" b="1">
                <a:solidFill>
                  <a:srgbClr val="24332F"/>
                </a:solidFill>
                <a:latin typeface="DejaVu Sans"/>
                <a:ea typeface="DejaVu Sans"/>
                <a:cs typeface="DejaVu Sans"/>
              </a:defRPr>
            </a:lvl7pPr>
            <a:lvl8pPr>
              <a:defRPr sz="3225" b="1">
                <a:solidFill>
                  <a:srgbClr val="24332F"/>
                </a:solidFill>
                <a:latin typeface="DejaVu Sans"/>
                <a:ea typeface="DejaVu Sans"/>
                <a:cs typeface="DejaVu Sans"/>
              </a:defRPr>
            </a:lvl8pPr>
            <a:lvl9pPr>
              <a:defRPr sz="3225" b="1">
                <a:solidFill>
                  <a:srgbClr val="24332F"/>
                </a:solidFill>
                <a:latin typeface="DejaVu Sans"/>
                <a:ea typeface="DejaVu Sans"/>
                <a:cs typeface="DejaVu Sans"/>
              </a:defRPr>
            </a:lvl9pPr>
          </a:lstStyle>
          <a:p xmlns:a="http://schemas.openxmlformats.org/drawingml/2006/main">
            <a:pPr>
              <a:defRPr sz="3225" b="1">
                <a:solidFill>
                  <a:srgbClr val="24332F"/>
                </a:solidFill>
                <a:latin typeface="DejaVu Sans"/>
                <a:ea typeface="DejaVu Sans"/>
                <a:cs typeface="DejaVu Sans"/>
              </a:defRPr>
            </a:pPr>
            <a:r>
              <a:rPr sz="3225" b="1">
                <a:solidFill>
                  <a:srgbClr val="24332F"/>
                </a:solidFill>
                <a:latin typeface="DejaVu Sans"/>
                <a:ea typeface="DejaVu Sans"/>
                <a:cs typeface="DejaVu Sans"/>
              </a:rPr>
              <a:t>Un besoin concret dans les messages professionnels</a:t>
            </a:r>
          </a:p>
        </p:txBody>
      </p:sp>
      <p:sp>
        <p:nvSpPr>
          <p:cNvPr id="2" name="">
            <a:extLst xmlns:a="http://schemas.openxmlformats.org/drawingml/2006/main">
              <a:ext uri="{FF2B5EF4-FFF2-40B4-BE49-F238E27FC236}">
                <a16:creationId xmlns:a16="http://schemas.microsoft.com/office/drawing/2014/main" id="{49298220-D0D3-4C92-9A08-0F1DFB1DCB32}"/>
              </a:ext>
            </a:extLst>
          </p:cNvPr>
          <p:cNvSpPr>
            <a:spLocks xmlns:a="http://schemas.openxmlformats.org/drawingml/2006/main" noGrp="1"/>
          </p:cNvSpPr>
          <p:nvPr/>
        </p:nvSpPr>
        <p:spPr>
          <a:xfrm xmlns:a="http://schemas.openxmlformats.org/drawingml/2006/main">
            <a:off x="619125" y="6381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6D68"/>
                </a:solidFill>
                <a:latin typeface="DejaVu Sans"/>
                <a:ea typeface="DejaVu Sans"/>
                <a:cs typeface="DejaVu Sans"/>
              </a:defRPr>
            </a:defPPr>
            <a:lvl1pPr>
              <a:defRPr sz="1275" b="0">
                <a:solidFill>
                  <a:srgbClr val="656D68"/>
                </a:solidFill>
                <a:latin typeface="DejaVu Sans"/>
                <a:ea typeface="DejaVu Sans"/>
                <a:cs typeface="DejaVu Sans"/>
              </a:defRPr>
            </a:lvl1pPr>
            <a:lvl2pPr>
              <a:defRPr sz="1275" b="0">
                <a:solidFill>
                  <a:srgbClr val="656D68"/>
                </a:solidFill>
                <a:latin typeface="DejaVu Sans"/>
                <a:ea typeface="DejaVu Sans"/>
                <a:cs typeface="DejaVu Sans"/>
              </a:defRPr>
            </a:lvl2pPr>
            <a:lvl3pPr>
              <a:defRPr sz="1275" b="0">
                <a:solidFill>
                  <a:srgbClr val="656D68"/>
                </a:solidFill>
                <a:latin typeface="DejaVu Sans"/>
                <a:ea typeface="DejaVu Sans"/>
                <a:cs typeface="DejaVu Sans"/>
              </a:defRPr>
            </a:lvl3pPr>
            <a:lvl4pPr>
              <a:defRPr sz="1275" b="0">
                <a:solidFill>
                  <a:srgbClr val="656D68"/>
                </a:solidFill>
                <a:latin typeface="DejaVu Sans"/>
                <a:ea typeface="DejaVu Sans"/>
                <a:cs typeface="DejaVu Sans"/>
              </a:defRPr>
            </a:lvl4pPr>
            <a:lvl5pPr>
              <a:defRPr sz="1275" b="0">
                <a:solidFill>
                  <a:srgbClr val="656D68"/>
                </a:solidFill>
                <a:latin typeface="DejaVu Sans"/>
                <a:ea typeface="DejaVu Sans"/>
                <a:cs typeface="DejaVu Sans"/>
              </a:defRPr>
            </a:lvl5pPr>
            <a:lvl6pPr>
              <a:defRPr sz="1275" b="0">
                <a:solidFill>
                  <a:srgbClr val="656D68"/>
                </a:solidFill>
                <a:latin typeface="DejaVu Sans"/>
                <a:ea typeface="DejaVu Sans"/>
                <a:cs typeface="DejaVu Sans"/>
              </a:defRPr>
            </a:lvl6pPr>
            <a:lvl7pPr>
              <a:defRPr sz="1275" b="0">
                <a:solidFill>
                  <a:srgbClr val="656D68"/>
                </a:solidFill>
                <a:latin typeface="DejaVu Sans"/>
                <a:ea typeface="DejaVu Sans"/>
                <a:cs typeface="DejaVu Sans"/>
              </a:defRPr>
            </a:lvl7pPr>
            <a:lvl8pPr>
              <a:defRPr sz="1275" b="0">
                <a:solidFill>
                  <a:srgbClr val="656D68"/>
                </a:solidFill>
                <a:latin typeface="DejaVu Sans"/>
                <a:ea typeface="DejaVu Sans"/>
                <a:cs typeface="DejaVu Sans"/>
              </a:defRPr>
            </a:lvl8pPr>
            <a:lvl9pPr>
              <a:defRPr sz="1275" b="0">
                <a:solidFill>
                  <a:srgbClr val="656D68"/>
                </a:solidFill>
                <a:latin typeface="DejaVu Sans"/>
                <a:ea typeface="DejaVu Sans"/>
                <a:cs typeface="DejaVu Sans"/>
              </a:defRPr>
            </a:lvl9pPr>
          </a:lstStyle>
          <a:p xmlns:a="http://schemas.openxmlformats.org/drawingml/2006/main">
            <a:pPr>
              <a:defRPr sz="1275" b="0">
                <a:solidFill>
                  <a:srgbClr val="656D68"/>
                </a:solidFill>
                <a:latin typeface="DejaVu Sans"/>
                <a:ea typeface="DejaVu Sans"/>
                <a:cs typeface="DejaVu Sans"/>
              </a:defRPr>
            </a:pPr>
            <a:r>
              <a:rPr sz="1275" b="0">
                <a:solidFill>
                  <a:srgbClr val="656D68"/>
                </a:solidFill>
                <a:latin typeface="DejaVu Sans"/>
                <a:ea typeface="DejaVu Sans"/>
                <a:cs typeface="DejaVu Sans"/>
              </a:rPr>
              <a:t>G15 / A6 / Résultats provisoires                                  2/8</a:t>
            </a:r>
          </a:p>
        </p:txBody>
      </p:sp>
      <p:sp>
        <p:nvSpPr>
          <p:cNvPr id="3" name="">
            <a:extLst xmlns:a="http://schemas.openxmlformats.org/drawingml/2006/main">
              <a:ext uri="{FF2B5EF4-FFF2-40B4-BE49-F238E27FC236}">
                <a16:creationId xmlns:a16="http://schemas.microsoft.com/office/drawing/2014/main" id="{A5C58A28-37CF-447F-ACCF-01BD120E963D}"/>
              </a:ext>
            </a:extLst>
          </p:cNvPr>
          <p:cNvSpPr>
            <a:spLocks xmlns:a="http://schemas.openxmlformats.org/drawingml/2006/main" noGrp="1"/>
          </p:cNvSpPr>
          <p:nvPr/>
        </p:nvSpPr>
        <p:spPr>
          <a:xfrm xmlns:a="http://schemas.openxmlformats.org/drawingml/2006/main">
            <a:off x="619125" y="1809750"/>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332F"/>
                </a:solidFill>
                <a:latin typeface="DejaVu Sans"/>
                <a:ea typeface="DejaVu Sans"/>
                <a:cs typeface="DejaVu Sans"/>
              </a:defRPr>
            </a:defPPr>
            <a:lvl1pPr>
              <a:defRPr sz="2550" b="0">
                <a:solidFill>
                  <a:srgbClr val="24332F"/>
                </a:solidFill>
                <a:latin typeface="DejaVu Sans"/>
                <a:ea typeface="DejaVu Sans"/>
                <a:cs typeface="DejaVu Sans"/>
              </a:defRPr>
            </a:lvl1pPr>
            <a:lvl2pPr>
              <a:defRPr sz="2550" b="0">
                <a:solidFill>
                  <a:srgbClr val="24332F"/>
                </a:solidFill>
                <a:latin typeface="DejaVu Sans"/>
                <a:ea typeface="DejaVu Sans"/>
                <a:cs typeface="DejaVu Sans"/>
              </a:defRPr>
            </a:lvl2pPr>
            <a:lvl3pPr>
              <a:defRPr sz="2550" b="0">
                <a:solidFill>
                  <a:srgbClr val="24332F"/>
                </a:solidFill>
                <a:latin typeface="DejaVu Sans"/>
                <a:ea typeface="DejaVu Sans"/>
                <a:cs typeface="DejaVu Sans"/>
              </a:defRPr>
            </a:lvl3pPr>
            <a:lvl4pPr>
              <a:defRPr sz="2550" b="0">
                <a:solidFill>
                  <a:srgbClr val="24332F"/>
                </a:solidFill>
                <a:latin typeface="DejaVu Sans"/>
                <a:ea typeface="DejaVu Sans"/>
                <a:cs typeface="DejaVu Sans"/>
              </a:defRPr>
            </a:lvl4pPr>
            <a:lvl5pPr>
              <a:defRPr sz="2550" b="0">
                <a:solidFill>
                  <a:srgbClr val="24332F"/>
                </a:solidFill>
                <a:latin typeface="DejaVu Sans"/>
                <a:ea typeface="DejaVu Sans"/>
                <a:cs typeface="DejaVu Sans"/>
              </a:defRPr>
            </a:lvl5pPr>
            <a:lvl6pPr>
              <a:defRPr sz="2550" b="0">
                <a:solidFill>
                  <a:srgbClr val="24332F"/>
                </a:solidFill>
                <a:latin typeface="DejaVu Sans"/>
                <a:ea typeface="DejaVu Sans"/>
                <a:cs typeface="DejaVu Sans"/>
              </a:defRPr>
            </a:lvl6pPr>
            <a:lvl7pPr>
              <a:defRPr sz="2550" b="0">
                <a:solidFill>
                  <a:srgbClr val="24332F"/>
                </a:solidFill>
                <a:latin typeface="DejaVu Sans"/>
                <a:ea typeface="DejaVu Sans"/>
                <a:cs typeface="DejaVu Sans"/>
              </a:defRPr>
            </a:lvl7pPr>
            <a:lvl8pPr>
              <a:defRPr sz="2550" b="0">
                <a:solidFill>
                  <a:srgbClr val="24332F"/>
                </a:solidFill>
                <a:latin typeface="DejaVu Sans"/>
                <a:ea typeface="DejaVu Sans"/>
                <a:cs typeface="DejaVu Sans"/>
              </a:defRPr>
            </a:lvl8pPr>
            <a:lvl9pPr>
              <a:defRPr sz="2550" b="0">
                <a:solidFill>
                  <a:srgbClr val="24332F"/>
                </a:solidFill>
                <a:latin typeface="DejaVu Sans"/>
                <a:ea typeface="DejaVu Sans"/>
                <a:cs typeface="DejaVu Sans"/>
              </a:defRPr>
            </a:lvl9pPr>
          </a:lstStyle>
          <a:p xmlns:a="http://schemas.openxmlformats.org/drawingml/2006/main">
            <a:pPr>
              <a:defRPr sz="2550" b="0">
                <a:solidFill>
                  <a:srgbClr val="24332F"/>
                </a:solidFill>
                <a:latin typeface="DejaVu Sans"/>
                <a:ea typeface="DejaVu Sans"/>
                <a:cs typeface="DejaVu Sans"/>
              </a:defRPr>
            </a:pPr>
            <a:r>
              <a:rPr sz="2550" b="0">
                <a:solidFill>
                  <a:srgbClr val="24332F"/>
                </a:solidFill>
                <a:latin typeface="DejaVu Sans"/>
                <a:ea typeface="DejaVu Sans"/>
                <a:cs typeface="DejaVu Sans"/>
              </a:rPr>
              <a:t>« Le lot A17 contient 24 capteurs. La livraison est prévue</a:t>
            </a:r>
          </a:p>
          <a:p xmlns:a="http://schemas.openxmlformats.org/drawingml/2006/main">
            <a:pPr>
              <a:defRPr sz="2550" b="0">
                <a:solidFill>
                  <a:srgbClr val="24332F"/>
                </a:solidFill>
                <a:latin typeface="DejaVu Sans"/>
                <a:ea typeface="DejaVu Sans"/>
                <a:cs typeface="DejaVu Sans"/>
              </a:defRPr>
            </a:pPr>
            <a:r>
              <a:rPr sz="2550" b="0">
                <a:solidFill>
                  <a:srgbClr val="24332F"/>
                </a:solidFill>
                <a:latin typeface="DejaVu Sans"/>
                <a:ea typeface="DejaVu Sans"/>
                <a:cs typeface="DejaVu Sans"/>
              </a:rPr>
              <a:t>le 14 novembre. L’installation n’est pas comprise. »</a:t>
            </a:r>
          </a:p>
        </p:txBody>
      </p:sp>
      <p:sp>
        <p:nvSpPr>
          <p:cNvPr id="4" name="">
            <a:extLst xmlns:a="http://schemas.openxmlformats.org/drawingml/2006/main">
              <a:ext uri="{FF2B5EF4-FFF2-40B4-BE49-F238E27FC236}">
                <a16:creationId xmlns:a16="http://schemas.microsoft.com/office/drawing/2014/main" id="{F9D5DD72-0A77-4622-8CC1-7E418DD10E50}"/>
              </a:ext>
            </a:extLst>
          </p:cNvPr>
          <p:cNvSpPr>
            <a:spLocks xmlns:a="http://schemas.openxmlformats.org/drawingml/2006/main" noGrp="1"/>
          </p:cNvSpPr>
          <p:nvPr/>
        </p:nvSpPr>
        <p:spPr>
          <a:xfrm xmlns:a="http://schemas.openxmlformats.org/drawingml/2006/main">
            <a:off x="619125" y="3905250"/>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44F4B"/>
                </a:solidFill>
                <a:latin typeface="DejaVu Sans"/>
                <a:ea typeface="DejaVu Sans"/>
                <a:cs typeface="DejaVu Sans"/>
              </a:defRPr>
            </a:defPPr>
            <a:lvl1pPr>
              <a:defRPr sz="2850" b="1">
                <a:solidFill>
                  <a:srgbClr val="244F4B"/>
                </a:solidFill>
                <a:latin typeface="DejaVu Sans"/>
                <a:ea typeface="DejaVu Sans"/>
                <a:cs typeface="DejaVu Sans"/>
              </a:defRPr>
            </a:lvl1pPr>
            <a:lvl2pPr>
              <a:defRPr sz="2850" b="1">
                <a:solidFill>
                  <a:srgbClr val="244F4B"/>
                </a:solidFill>
                <a:latin typeface="DejaVu Sans"/>
                <a:ea typeface="DejaVu Sans"/>
                <a:cs typeface="DejaVu Sans"/>
              </a:defRPr>
            </a:lvl2pPr>
            <a:lvl3pPr>
              <a:defRPr sz="2850" b="1">
                <a:solidFill>
                  <a:srgbClr val="244F4B"/>
                </a:solidFill>
                <a:latin typeface="DejaVu Sans"/>
                <a:ea typeface="DejaVu Sans"/>
                <a:cs typeface="DejaVu Sans"/>
              </a:defRPr>
            </a:lvl3pPr>
            <a:lvl4pPr>
              <a:defRPr sz="2850" b="1">
                <a:solidFill>
                  <a:srgbClr val="244F4B"/>
                </a:solidFill>
                <a:latin typeface="DejaVu Sans"/>
                <a:ea typeface="DejaVu Sans"/>
                <a:cs typeface="DejaVu Sans"/>
              </a:defRPr>
            </a:lvl4pPr>
            <a:lvl5pPr>
              <a:defRPr sz="2850" b="1">
                <a:solidFill>
                  <a:srgbClr val="244F4B"/>
                </a:solidFill>
                <a:latin typeface="DejaVu Sans"/>
                <a:ea typeface="DejaVu Sans"/>
                <a:cs typeface="DejaVu Sans"/>
              </a:defRPr>
            </a:lvl5pPr>
            <a:lvl6pPr>
              <a:defRPr sz="2850" b="1">
                <a:solidFill>
                  <a:srgbClr val="244F4B"/>
                </a:solidFill>
                <a:latin typeface="DejaVu Sans"/>
                <a:ea typeface="DejaVu Sans"/>
                <a:cs typeface="DejaVu Sans"/>
              </a:defRPr>
            </a:lvl6pPr>
            <a:lvl7pPr>
              <a:defRPr sz="2850" b="1">
                <a:solidFill>
                  <a:srgbClr val="244F4B"/>
                </a:solidFill>
                <a:latin typeface="DejaVu Sans"/>
                <a:ea typeface="DejaVu Sans"/>
                <a:cs typeface="DejaVu Sans"/>
              </a:defRPr>
            </a:lvl7pPr>
            <a:lvl8pPr>
              <a:defRPr sz="2850" b="1">
                <a:solidFill>
                  <a:srgbClr val="244F4B"/>
                </a:solidFill>
                <a:latin typeface="DejaVu Sans"/>
                <a:ea typeface="DejaVu Sans"/>
                <a:cs typeface="DejaVu Sans"/>
              </a:defRPr>
            </a:lvl8pPr>
            <a:lvl9pPr>
              <a:defRPr sz="2850" b="1">
                <a:solidFill>
                  <a:srgbClr val="244F4B"/>
                </a:solidFill>
                <a:latin typeface="DejaVu Sans"/>
                <a:ea typeface="DejaVu Sans"/>
                <a:cs typeface="DejaVu Sans"/>
              </a:defRPr>
            </a:lvl9pPr>
          </a:lstStyle>
          <a:p xmlns:a="http://schemas.openxmlformats.org/drawingml/2006/main">
            <a:pPr>
              <a:defRPr sz="2850" b="1">
                <a:solidFill>
                  <a:srgbClr val="244F4B"/>
                </a:solidFill>
                <a:latin typeface="DejaVu Sans"/>
                <a:ea typeface="DejaVu Sans"/>
                <a:cs typeface="DejaVu Sans"/>
              </a:defRPr>
            </a:pPr>
            <a:r>
              <a:rPr sz="2850" b="1">
                <a:solidFill>
                  <a:srgbClr val="244F4B"/>
                </a:solidFill>
                <a:latin typeface="DejaVu Sans"/>
                <a:ea typeface="DejaVu Sans"/>
                <a:cs typeface="DejaVu Sans"/>
              </a:rPr>
              <a:t>Une réécriture plus courte reste utile</a:t>
            </a:r>
          </a:p>
          <a:p xmlns:a="http://schemas.openxmlformats.org/drawingml/2006/main">
            <a:pPr>
              <a:defRPr sz="2850" b="1">
                <a:solidFill>
                  <a:srgbClr val="244F4B"/>
                </a:solidFill>
                <a:latin typeface="DejaVu Sans"/>
                <a:ea typeface="DejaVu Sans"/>
                <a:cs typeface="DejaVu Sans"/>
              </a:defRPr>
            </a:pPr>
            <a:r>
              <a:rPr sz="2850" b="1">
                <a:solidFill>
                  <a:srgbClr val="244F4B"/>
                </a:solidFill>
                <a:latin typeface="DejaVu Sans"/>
                <a:ea typeface="DejaVu Sans"/>
                <a:cs typeface="DejaVu Sans"/>
              </a:rPr>
              <a:t>si elle conserve aussi la restriction sur l’installation.</a:t>
            </a:r>
          </a:p>
        </p:txBody>
      </p:sp>
    </p:spTree>
    <p:extLst>
      <p:ext uri="{BB962C8B-B14F-4D97-AF65-F5344CB8AC3E}">
        <p14:creationId xmlns:p14="http://schemas.microsoft.com/office/powerpoint/2010/main" val="703638593"/>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8A042F0-7E77-4963-9FC0-83932AA56B8E}"/>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4332F"/>
                </a:solidFill>
                <a:latin typeface="DejaVu Sans"/>
                <a:ea typeface="DejaVu Sans"/>
                <a:cs typeface="DejaVu Sans"/>
              </a:defRPr>
            </a:defPPr>
            <a:lvl1pPr>
              <a:defRPr sz="3225" b="1">
                <a:solidFill>
                  <a:srgbClr val="24332F"/>
                </a:solidFill>
                <a:latin typeface="DejaVu Sans"/>
                <a:ea typeface="DejaVu Sans"/>
                <a:cs typeface="DejaVu Sans"/>
              </a:defRPr>
            </a:lvl1pPr>
            <a:lvl2pPr>
              <a:defRPr sz="3225" b="1">
                <a:solidFill>
                  <a:srgbClr val="24332F"/>
                </a:solidFill>
                <a:latin typeface="DejaVu Sans"/>
                <a:ea typeface="DejaVu Sans"/>
                <a:cs typeface="DejaVu Sans"/>
              </a:defRPr>
            </a:lvl2pPr>
            <a:lvl3pPr>
              <a:defRPr sz="3225" b="1">
                <a:solidFill>
                  <a:srgbClr val="24332F"/>
                </a:solidFill>
                <a:latin typeface="DejaVu Sans"/>
                <a:ea typeface="DejaVu Sans"/>
                <a:cs typeface="DejaVu Sans"/>
              </a:defRPr>
            </a:lvl3pPr>
            <a:lvl4pPr>
              <a:defRPr sz="3225" b="1">
                <a:solidFill>
                  <a:srgbClr val="24332F"/>
                </a:solidFill>
                <a:latin typeface="DejaVu Sans"/>
                <a:ea typeface="DejaVu Sans"/>
                <a:cs typeface="DejaVu Sans"/>
              </a:defRPr>
            </a:lvl4pPr>
            <a:lvl5pPr>
              <a:defRPr sz="3225" b="1">
                <a:solidFill>
                  <a:srgbClr val="24332F"/>
                </a:solidFill>
                <a:latin typeface="DejaVu Sans"/>
                <a:ea typeface="DejaVu Sans"/>
                <a:cs typeface="DejaVu Sans"/>
              </a:defRPr>
            </a:lvl5pPr>
            <a:lvl6pPr>
              <a:defRPr sz="3225" b="1">
                <a:solidFill>
                  <a:srgbClr val="24332F"/>
                </a:solidFill>
                <a:latin typeface="DejaVu Sans"/>
                <a:ea typeface="DejaVu Sans"/>
                <a:cs typeface="DejaVu Sans"/>
              </a:defRPr>
            </a:lvl6pPr>
            <a:lvl7pPr>
              <a:defRPr sz="3225" b="1">
                <a:solidFill>
                  <a:srgbClr val="24332F"/>
                </a:solidFill>
                <a:latin typeface="DejaVu Sans"/>
                <a:ea typeface="DejaVu Sans"/>
                <a:cs typeface="DejaVu Sans"/>
              </a:defRPr>
            </a:lvl7pPr>
            <a:lvl8pPr>
              <a:defRPr sz="3225" b="1">
                <a:solidFill>
                  <a:srgbClr val="24332F"/>
                </a:solidFill>
                <a:latin typeface="DejaVu Sans"/>
                <a:ea typeface="DejaVu Sans"/>
                <a:cs typeface="DejaVu Sans"/>
              </a:defRPr>
            </a:lvl8pPr>
            <a:lvl9pPr>
              <a:defRPr sz="3225" b="1">
                <a:solidFill>
                  <a:srgbClr val="24332F"/>
                </a:solidFill>
                <a:latin typeface="DejaVu Sans"/>
                <a:ea typeface="DejaVu Sans"/>
                <a:cs typeface="DejaVu Sans"/>
              </a:defRPr>
            </a:lvl9pPr>
          </a:lstStyle>
          <a:p xmlns:a="http://schemas.openxmlformats.org/drawingml/2006/main">
            <a:pPr>
              <a:defRPr sz="3225" b="1">
                <a:solidFill>
                  <a:srgbClr val="24332F"/>
                </a:solidFill>
                <a:latin typeface="DejaVu Sans"/>
                <a:ea typeface="DejaVu Sans"/>
                <a:cs typeface="DejaVu Sans"/>
              </a:defRPr>
            </a:pPr>
            <a:r>
              <a:rPr sz="3225" b="1">
                <a:solidFill>
                  <a:srgbClr val="24332F"/>
                </a:solidFill>
                <a:latin typeface="DejaVu Sans"/>
                <a:ea typeface="DejaVu Sans"/>
                <a:cs typeface="DejaVu Sans"/>
              </a:rPr>
              <a:t>Quatre objectifs mesurables</a:t>
            </a:r>
          </a:p>
        </p:txBody>
      </p:sp>
      <p:sp>
        <p:nvSpPr>
          <p:cNvPr id="2" name="">
            <a:extLst xmlns:a="http://schemas.openxmlformats.org/drawingml/2006/main">
              <a:ext uri="{FF2B5EF4-FFF2-40B4-BE49-F238E27FC236}">
                <a16:creationId xmlns:a16="http://schemas.microsoft.com/office/drawing/2014/main" id="{DCA98612-9442-4CD1-9EDD-673D446549F3}"/>
              </a:ext>
            </a:extLst>
          </p:cNvPr>
          <p:cNvSpPr>
            <a:spLocks xmlns:a="http://schemas.openxmlformats.org/drawingml/2006/main" noGrp="1"/>
          </p:cNvSpPr>
          <p:nvPr/>
        </p:nvSpPr>
        <p:spPr>
          <a:xfrm xmlns:a="http://schemas.openxmlformats.org/drawingml/2006/main">
            <a:off x="619125" y="6381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6D68"/>
                </a:solidFill>
                <a:latin typeface="DejaVu Sans"/>
                <a:ea typeface="DejaVu Sans"/>
                <a:cs typeface="DejaVu Sans"/>
              </a:defRPr>
            </a:defPPr>
            <a:lvl1pPr>
              <a:defRPr sz="1275" b="0">
                <a:solidFill>
                  <a:srgbClr val="656D68"/>
                </a:solidFill>
                <a:latin typeface="DejaVu Sans"/>
                <a:ea typeface="DejaVu Sans"/>
                <a:cs typeface="DejaVu Sans"/>
              </a:defRPr>
            </a:lvl1pPr>
            <a:lvl2pPr>
              <a:defRPr sz="1275" b="0">
                <a:solidFill>
                  <a:srgbClr val="656D68"/>
                </a:solidFill>
                <a:latin typeface="DejaVu Sans"/>
                <a:ea typeface="DejaVu Sans"/>
                <a:cs typeface="DejaVu Sans"/>
              </a:defRPr>
            </a:lvl2pPr>
            <a:lvl3pPr>
              <a:defRPr sz="1275" b="0">
                <a:solidFill>
                  <a:srgbClr val="656D68"/>
                </a:solidFill>
                <a:latin typeface="DejaVu Sans"/>
                <a:ea typeface="DejaVu Sans"/>
                <a:cs typeface="DejaVu Sans"/>
              </a:defRPr>
            </a:lvl3pPr>
            <a:lvl4pPr>
              <a:defRPr sz="1275" b="0">
                <a:solidFill>
                  <a:srgbClr val="656D68"/>
                </a:solidFill>
                <a:latin typeface="DejaVu Sans"/>
                <a:ea typeface="DejaVu Sans"/>
                <a:cs typeface="DejaVu Sans"/>
              </a:defRPr>
            </a:lvl4pPr>
            <a:lvl5pPr>
              <a:defRPr sz="1275" b="0">
                <a:solidFill>
                  <a:srgbClr val="656D68"/>
                </a:solidFill>
                <a:latin typeface="DejaVu Sans"/>
                <a:ea typeface="DejaVu Sans"/>
                <a:cs typeface="DejaVu Sans"/>
              </a:defRPr>
            </a:lvl5pPr>
            <a:lvl6pPr>
              <a:defRPr sz="1275" b="0">
                <a:solidFill>
                  <a:srgbClr val="656D68"/>
                </a:solidFill>
                <a:latin typeface="DejaVu Sans"/>
                <a:ea typeface="DejaVu Sans"/>
                <a:cs typeface="DejaVu Sans"/>
              </a:defRPr>
            </a:lvl6pPr>
            <a:lvl7pPr>
              <a:defRPr sz="1275" b="0">
                <a:solidFill>
                  <a:srgbClr val="656D68"/>
                </a:solidFill>
                <a:latin typeface="DejaVu Sans"/>
                <a:ea typeface="DejaVu Sans"/>
                <a:cs typeface="DejaVu Sans"/>
              </a:defRPr>
            </a:lvl7pPr>
            <a:lvl8pPr>
              <a:defRPr sz="1275" b="0">
                <a:solidFill>
                  <a:srgbClr val="656D68"/>
                </a:solidFill>
                <a:latin typeface="DejaVu Sans"/>
                <a:ea typeface="DejaVu Sans"/>
                <a:cs typeface="DejaVu Sans"/>
              </a:defRPr>
            </a:lvl8pPr>
            <a:lvl9pPr>
              <a:defRPr sz="1275" b="0">
                <a:solidFill>
                  <a:srgbClr val="656D68"/>
                </a:solidFill>
                <a:latin typeface="DejaVu Sans"/>
                <a:ea typeface="DejaVu Sans"/>
                <a:cs typeface="DejaVu Sans"/>
              </a:defRPr>
            </a:lvl9pPr>
          </a:lstStyle>
          <a:p xmlns:a="http://schemas.openxmlformats.org/drawingml/2006/main">
            <a:pPr>
              <a:defRPr sz="1275" b="0">
                <a:solidFill>
                  <a:srgbClr val="656D68"/>
                </a:solidFill>
                <a:latin typeface="DejaVu Sans"/>
                <a:ea typeface="DejaVu Sans"/>
                <a:cs typeface="DejaVu Sans"/>
              </a:defRPr>
            </a:pPr>
            <a:r>
              <a:rPr sz="1275" b="0">
                <a:solidFill>
                  <a:srgbClr val="656D68"/>
                </a:solidFill>
                <a:latin typeface="DejaVu Sans"/>
                <a:ea typeface="DejaVu Sans"/>
                <a:cs typeface="DejaVu Sans"/>
              </a:rPr>
              <a:t>G15 / A6 / Résultats provisoires                                  3/8</a:t>
            </a:r>
          </a:p>
        </p:txBody>
      </p:sp>
      <p:graphicFrame>
        <p:nvGraphicFramePr>
          <p:cNvPr id="3" name="">
            <a:extLst xmlns:a="http://schemas.openxmlformats.org/drawingml/2006/main">
              <a:ext uri="{FF2B5EF4-FFF2-40B4-BE49-F238E27FC236}">
                <a16:creationId xmlns:a16="http://schemas.microsoft.com/office/drawing/2014/main" id="{7AD368FA-70B5-4D53-BE7A-C562194D56C1}"/>
              </a:ext>
            </a:extLst>
          </p:cNvPr>
          <p:cNvGraphicFramePr/>
          <p:nvPr/>
        </p:nvGraphicFramePr>
        <p:xfrm>
          <a:off xmlns:a="http://schemas.openxmlformats.org/drawingml/2006/main" x="619125" y="1809750"/>
          <a:ext xmlns:a="http://schemas.openxmlformats.org/drawingml/2006/main" cx="10953750" cy="3714750"/>
        </p:xfrm>
        <a:graphic xmlns:a="http://schemas.openxmlformats.org/drawingml/2006/main">
          <a:graphicData uri="http://schemas.openxmlformats.org/drawingml/2006/table">
            <a:tbl>
              <a:tblPr/>
              <a:tblGrid>
                <a:gridCol w="3143250"/>
                <a:gridCol w="4000500"/>
                <a:gridCol w="3810000"/>
              </a:tblGrid>
              <a:tr h="742950">
                <a:tc>
                  <a:txBody>
                    <a:bodyPr/>
                    <a:lstStyle/>
                    <a:p>
                      <a:r>
                        <a:rPr sz="1875" b="1">
                          <a:solidFill>
                            <a:srgbClr val="FFFFFF"/>
                          </a:solidFill>
                          <a:latin typeface="DejaVu Sans"/>
                          <a:ea typeface="DejaVu Sans"/>
                          <a:cs typeface="DejaVu Sans"/>
                        </a:rPr>
                        <a:t>Objectif</a:t>
                      </a:r>
                    </a:p>
                  </a:txBody>
                  <a:tcPr marL="91440" marR="91440" marT="45720" marB="45720">
                    <a:solidFill>
                      <a:srgbClr val="244F4B"/>
                    </a:solidFill>
                  </a:tcPr>
                </a:tc>
                <a:tc>
                  <a:txBody>
                    <a:bodyPr/>
                    <a:lstStyle/>
                    <a:p>
                      <a:r>
                        <a:rPr sz="1875" b="1">
                          <a:solidFill>
                            <a:srgbClr val="FFFFFF"/>
                          </a:solidFill>
                          <a:latin typeface="DejaVu Sans"/>
                          <a:ea typeface="DejaVu Sans"/>
                          <a:cs typeface="DejaVu Sans"/>
                        </a:rPr>
                        <a:t>Mesure</a:t>
                      </a:r>
                    </a:p>
                  </a:txBody>
                  <a:tcPr marL="91440" marR="91440" marT="45720" marB="45720">
                    <a:solidFill>
                      <a:srgbClr val="244F4B"/>
                    </a:solidFill>
                  </a:tcPr>
                </a:tc>
                <a:tc>
                  <a:txBody>
                    <a:bodyPr/>
                    <a:lstStyle/>
                    <a:p>
                      <a:r>
                        <a:rPr sz="1875" b="1">
                          <a:solidFill>
                            <a:srgbClr val="FFFFFF"/>
                          </a:solidFill>
                          <a:latin typeface="DejaVu Sans"/>
                          <a:ea typeface="DejaVu Sans"/>
                          <a:cs typeface="DejaVu Sans"/>
                        </a:rPr>
                        <a:t>Cible</a:t>
                      </a:r>
                    </a:p>
                  </a:txBody>
                  <a:tcPr marL="91440" marR="91440" marT="45720" marB="45720">
                    <a:solidFill>
                      <a:srgbClr val="244F4B"/>
                    </a:solidFill>
                  </a:tcPr>
                </a:tc>
              </a:tr>
              <a:tr h="742950">
                <a:tc>
                  <a:txBody>
                    <a:bodyPr/>
                    <a:lstStyle/>
                    <a:p>
                      <a:r>
                        <a:rPr sz="1875" b="0">
                          <a:solidFill>
                            <a:srgbClr val="24332F"/>
                          </a:solidFill>
                          <a:latin typeface="DejaVu Sans"/>
                          <a:ea typeface="DejaVu Sans"/>
                          <a:cs typeface="DejaVu Sans"/>
                        </a:rPr>
                        <a:t>Raccourcir</a:t>
                      </a:r>
                    </a:p>
                  </a:txBody>
                  <a:tcPr marL="91440" marR="91440" marT="45720" marB="45720">
                    <a:solidFill>
                      <a:srgbClr val="FFFFFF"/>
                    </a:solidFill>
                  </a:tcPr>
                </a:tc>
                <a:tc>
                  <a:txBody>
                    <a:bodyPr/>
                    <a:lstStyle/>
                    <a:p>
                      <a:r>
                        <a:rPr sz="1875" b="0">
                          <a:solidFill>
                            <a:srgbClr val="24332F"/>
                          </a:solidFill>
                          <a:latin typeface="DejaVu Sans"/>
                          <a:ea typeface="DejaVu Sans"/>
                          <a:cs typeface="DejaVu Sans"/>
                        </a:rPr>
                        <a:t>Rapport du nombre de mots</a:t>
                      </a:r>
                    </a:p>
                  </a:txBody>
                  <a:tcPr marL="91440" marR="91440" marT="45720" marB="45720">
                    <a:solidFill>
                      <a:srgbClr val="FFFFFF"/>
                    </a:solidFill>
                  </a:tcPr>
                </a:tc>
                <a:tc>
                  <a:txBody>
                    <a:bodyPr/>
                    <a:lstStyle/>
                    <a:p>
                      <a:r>
                        <a:rPr sz="1875" b="0">
                          <a:solidFill>
                            <a:srgbClr val="24332F"/>
                          </a:solidFill>
                          <a:latin typeface="DejaVu Sans"/>
                          <a:ea typeface="DejaVu Sans"/>
                          <a:cs typeface="DejaVu Sans"/>
                        </a:rPr>
                        <a:t>0,65 ± 0,15</a:t>
                      </a:r>
                    </a:p>
                  </a:txBody>
                  <a:tcPr marL="91440" marR="91440" marT="45720" marB="45720">
                    <a:solidFill>
                      <a:srgbClr val="FFFFFF"/>
                    </a:solidFill>
                  </a:tcPr>
                </a:tc>
              </a:tr>
              <a:tr h="742950">
                <a:tc>
                  <a:txBody>
                    <a:bodyPr/>
                    <a:lstStyle/>
                    <a:p>
                      <a:r>
                        <a:rPr sz="1875" b="0">
                          <a:solidFill>
                            <a:srgbClr val="24332F"/>
                          </a:solidFill>
                          <a:latin typeface="DejaVu Sans"/>
                          <a:ea typeface="DejaVu Sans"/>
                          <a:cs typeface="DejaVu Sans"/>
                        </a:rPr>
                        <a:t>Simplifier</a:t>
                      </a:r>
                    </a:p>
                  </a:txBody>
                  <a:tcPr marL="91440" marR="91440" marT="45720" marB="45720">
                    <a:solidFill>
                      <a:srgbClr val="E6EDE8"/>
                    </a:solidFill>
                  </a:tcPr>
                </a:tc>
                <a:tc>
                  <a:txBody>
                    <a:bodyPr/>
                    <a:lstStyle/>
                    <a:p>
                      <a:r>
                        <a:rPr sz="1875" b="0">
                          <a:solidFill>
                            <a:srgbClr val="24332F"/>
                          </a:solidFill>
                          <a:latin typeface="DejaVu Sans"/>
                          <a:ea typeface="DejaVu Sans"/>
                          <a:cs typeface="DejaVu Sans"/>
                        </a:rPr>
                        <a:t>Indice Flesch français</a:t>
                      </a:r>
                    </a:p>
                  </a:txBody>
                  <a:tcPr marL="91440" marR="91440" marT="45720" marB="45720">
                    <a:solidFill>
                      <a:srgbClr val="E6EDE8"/>
                    </a:solidFill>
                  </a:tcPr>
                </a:tc>
                <a:tc>
                  <a:txBody>
                    <a:bodyPr/>
                    <a:lstStyle/>
                    <a:p>
                      <a:r>
                        <a:rPr sz="1875" b="0">
                          <a:solidFill>
                            <a:srgbClr val="24332F"/>
                          </a:solidFill>
                          <a:latin typeface="DejaVu Sans"/>
                          <a:ea typeface="DejaVu Sans"/>
                          <a:cs typeface="DejaVu Sans"/>
                        </a:rPr>
                        <a:t>Gain ≥ 10 points</a:t>
                      </a:r>
                    </a:p>
                  </a:txBody>
                  <a:tcPr marL="91440" marR="91440" marT="45720" marB="45720">
                    <a:solidFill>
                      <a:srgbClr val="E6EDE8"/>
                    </a:solidFill>
                  </a:tcPr>
                </a:tc>
              </a:tr>
              <a:tr h="742950">
                <a:tc>
                  <a:txBody>
                    <a:bodyPr/>
                    <a:lstStyle/>
                    <a:p>
                      <a:r>
                        <a:rPr sz="1875" b="0">
                          <a:solidFill>
                            <a:srgbClr val="24332F"/>
                          </a:solidFill>
                          <a:latin typeface="DejaVu Sans"/>
                          <a:ea typeface="DejaVu Sans"/>
                          <a:cs typeface="DejaVu Sans"/>
                        </a:rPr>
                        <a:t>Rendre formel</a:t>
                      </a:r>
                    </a:p>
                  </a:txBody>
                  <a:tcPr marL="91440" marR="91440" marT="45720" marB="45720">
                    <a:solidFill>
                      <a:srgbClr val="FFFFFF"/>
                    </a:solidFill>
                  </a:tcPr>
                </a:tc>
                <a:tc>
                  <a:txBody>
                    <a:bodyPr/>
                    <a:lstStyle/>
                    <a:p>
                      <a:r>
                        <a:rPr sz="1875" b="0">
                          <a:solidFill>
                            <a:srgbClr val="24332F"/>
                          </a:solidFill>
                          <a:latin typeface="DejaVu Sans"/>
                          <a:ea typeface="DejaVu Sans"/>
                          <a:cs typeface="DejaVu Sans"/>
                        </a:rPr>
                        <a:t>Juge : registre sur 5</a:t>
                      </a:r>
                    </a:p>
                  </a:txBody>
                  <a:tcPr marL="91440" marR="91440" marT="45720" marB="45720">
                    <a:solidFill>
                      <a:srgbClr val="FFFFFF"/>
                    </a:solidFill>
                  </a:tcPr>
                </a:tc>
                <a:tc>
                  <a:txBody>
                    <a:bodyPr/>
                    <a:lstStyle/>
                    <a:p>
                      <a:r>
                        <a:rPr sz="1875" b="0">
                          <a:solidFill>
                            <a:srgbClr val="24332F"/>
                          </a:solidFill>
                          <a:latin typeface="DejaVu Sans"/>
                          <a:ea typeface="DejaVu Sans"/>
                          <a:cs typeface="DejaVu Sans"/>
                        </a:rPr>
                        <a:t>Score ≥ 4 et gain ≥ 1</a:t>
                      </a:r>
                    </a:p>
                  </a:txBody>
                  <a:tcPr marL="91440" marR="91440" marT="45720" marB="45720">
                    <a:solidFill>
                      <a:srgbClr val="FFFFFF"/>
                    </a:solidFill>
                  </a:tcPr>
                </a:tc>
              </a:tr>
              <a:tr h="742950">
                <a:tc>
                  <a:txBody>
                    <a:bodyPr/>
                    <a:lstStyle/>
                    <a:p>
                      <a:r>
                        <a:rPr sz="1875" b="0">
                          <a:solidFill>
                            <a:srgbClr val="24332F"/>
                          </a:solidFill>
                          <a:latin typeface="DejaVu Sans"/>
                          <a:ea typeface="DejaVu Sans"/>
                          <a:cs typeface="DejaVu Sans"/>
                        </a:rPr>
                        <a:t>Rendre chaleureux</a:t>
                      </a:r>
                    </a:p>
                  </a:txBody>
                  <a:tcPr marL="91440" marR="91440" marT="45720" marB="45720">
                    <a:solidFill>
                      <a:srgbClr val="E6EDE8"/>
                    </a:solidFill>
                  </a:tcPr>
                </a:tc>
                <a:tc>
                  <a:txBody>
                    <a:bodyPr/>
                    <a:lstStyle/>
                    <a:p>
                      <a:r>
                        <a:rPr sz="1875" b="0">
                          <a:solidFill>
                            <a:srgbClr val="24332F"/>
                          </a:solidFill>
                          <a:latin typeface="DejaVu Sans"/>
                          <a:ea typeface="DejaVu Sans"/>
                          <a:cs typeface="DejaVu Sans"/>
                        </a:rPr>
                        <a:t>Juge : chaleur sur 5</a:t>
                      </a:r>
                    </a:p>
                  </a:txBody>
                  <a:tcPr marL="91440" marR="91440" marT="45720" marB="45720">
                    <a:solidFill>
                      <a:srgbClr val="E6EDE8"/>
                    </a:solidFill>
                  </a:tcPr>
                </a:tc>
                <a:tc>
                  <a:txBody>
                    <a:bodyPr/>
                    <a:lstStyle/>
                    <a:p>
                      <a:r>
                        <a:rPr sz="1875" b="0">
                          <a:solidFill>
                            <a:srgbClr val="24332F"/>
                          </a:solidFill>
                          <a:latin typeface="DejaVu Sans"/>
                          <a:ea typeface="DejaVu Sans"/>
                          <a:cs typeface="DejaVu Sans"/>
                        </a:rPr>
                        <a:t>Score ≥ 4 et gain ≥ 1</a:t>
                      </a:r>
                    </a:p>
                  </a:txBody>
                  <a:tcPr marL="91440" marR="91440" marT="45720" marB="45720">
                    <a:solidFill>
                      <a:srgbClr val="E6EDE8"/>
                    </a:solidFill>
                  </a:tcPr>
                </a:tc>
              </a:tr>
            </a:tbl>
          </a:graphicData>
        </a:graphic>
      </p:graphicFrame>
    </p:spTree>
    <p:extLst>
      <p:ext uri="{BB962C8B-B14F-4D97-AF65-F5344CB8AC3E}">
        <p14:creationId xmlns:p14="http://schemas.microsoft.com/office/powerpoint/2010/main" val="1384895053"/>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4A9001F-9DB3-4EBD-9F86-DF58DF9E7D07}"/>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4332F"/>
                </a:solidFill>
                <a:latin typeface="DejaVu Sans"/>
                <a:ea typeface="DejaVu Sans"/>
                <a:cs typeface="DejaVu Sans"/>
              </a:defRPr>
            </a:defPPr>
            <a:lvl1pPr>
              <a:defRPr sz="3225" b="1">
                <a:solidFill>
                  <a:srgbClr val="24332F"/>
                </a:solidFill>
                <a:latin typeface="DejaVu Sans"/>
                <a:ea typeface="DejaVu Sans"/>
                <a:cs typeface="DejaVu Sans"/>
              </a:defRPr>
            </a:lvl1pPr>
            <a:lvl2pPr>
              <a:defRPr sz="3225" b="1">
                <a:solidFill>
                  <a:srgbClr val="24332F"/>
                </a:solidFill>
                <a:latin typeface="DejaVu Sans"/>
                <a:ea typeface="DejaVu Sans"/>
                <a:cs typeface="DejaVu Sans"/>
              </a:defRPr>
            </a:lvl2pPr>
            <a:lvl3pPr>
              <a:defRPr sz="3225" b="1">
                <a:solidFill>
                  <a:srgbClr val="24332F"/>
                </a:solidFill>
                <a:latin typeface="DejaVu Sans"/>
                <a:ea typeface="DejaVu Sans"/>
                <a:cs typeface="DejaVu Sans"/>
              </a:defRPr>
            </a:lvl3pPr>
            <a:lvl4pPr>
              <a:defRPr sz="3225" b="1">
                <a:solidFill>
                  <a:srgbClr val="24332F"/>
                </a:solidFill>
                <a:latin typeface="DejaVu Sans"/>
                <a:ea typeface="DejaVu Sans"/>
                <a:cs typeface="DejaVu Sans"/>
              </a:defRPr>
            </a:lvl4pPr>
            <a:lvl5pPr>
              <a:defRPr sz="3225" b="1">
                <a:solidFill>
                  <a:srgbClr val="24332F"/>
                </a:solidFill>
                <a:latin typeface="DejaVu Sans"/>
                <a:ea typeface="DejaVu Sans"/>
                <a:cs typeface="DejaVu Sans"/>
              </a:defRPr>
            </a:lvl5pPr>
            <a:lvl6pPr>
              <a:defRPr sz="3225" b="1">
                <a:solidFill>
                  <a:srgbClr val="24332F"/>
                </a:solidFill>
                <a:latin typeface="DejaVu Sans"/>
                <a:ea typeface="DejaVu Sans"/>
                <a:cs typeface="DejaVu Sans"/>
              </a:defRPr>
            </a:lvl6pPr>
            <a:lvl7pPr>
              <a:defRPr sz="3225" b="1">
                <a:solidFill>
                  <a:srgbClr val="24332F"/>
                </a:solidFill>
                <a:latin typeface="DejaVu Sans"/>
                <a:ea typeface="DejaVu Sans"/>
                <a:cs typeface="DejaVu Sans"/>
              </a:defRPr>
            </a:lvl7pPr>
            <a:lvl8pPr>
              <a:defRPr sz="3225" b="1">
                <a:solidFill>
                  <a:srgbClr val="24332F"/>
                </a:solidFill>
                <a:latin typeface="DejaVu Sans"/>
                <a:ea typeface="DejaVu Sans"/>
                <a:cs typeface="DejaVu Sans"/>
              </a:defRPr>
            </a:lvl8pPr>
            <a:lvl9pPr>
              <a:defRPr sz="3225" b="1">
                <a:solidFill>
                  <a:srgbClr val="24332F"/>
                </a:solidFill>
                <a:latin typeface="DejaVu Sans"/>
                <a:ea typeface="DejaVu Sans"/>
                <a:cs typeface="DejaVu Sans"/>
              </a:defRPr>
            </a:lvl9pPr>
          </a:lstStyle>
          <a:p xmlns:a="http://schemas.openxmlformats.org/drawingml/2006/main">
            <a:pPr>
              <a:defRPr sz="3225" b="1">
                <a:solidFill>
                  <a:srgbClr val="24332F"/>
                </a:solidFill>
                <a:latin typeface="DejaVu Sans"/>
                <a:ea typeface="DejaVu Sans"/>
                <a:cs typeface="DejaVu Sans"/>
              </a:defRPr>
            </a:pPr>
            <a:r>
              <a:rPr sz="3225" b="1">
                <a:solidFill>
                  <a:srgbClr val="24332F"/>
                </a:solidFill>
                <a:latin typeface="DejaVu Sans"/>
                <a:ea typeface="DejaVu Sans"/>
                <a:cs typeface="DejaVu Sans"/>
              </a:rPr>
              <a:t>Deux consignes sur les mêmes textes</a:t>
            </a:r>
          </a:p>
        </p:txBody>
      </p:sp>
      <p:sp>
        <p:nvSpPr>
          <p:cNvPr id="2" name="">
            <a:extLst xmlns:a="http://schemas.openxmlformats.org/drawingml/2006/main">
              <a:ext uri="{FF2B5EF4-FFF2-40B4-BE49-F238E27FC236}">
                <a16:creationId xmlns:a16="http://schemas.microsoft.com/office/drawing/2014/main" id="{3B7CED3F-7AD9-4943-95B3-79A3D7BC607D}"/>
              </a:ext>
            </a:extLst>
          </p:cNvPr>
          <p:cNvSpPr>
            <a:spLocks xmlns:a="http://schemas.openxmlformats.org/drawingml/2006/main" noGrp="1"/>
          </p:cNvSpPr>
          <p:nvPr/>
        </p:nvSpPr>
        <p:spPr>
          <a:xfrm xmlns:a="http://schemas.openxmlformats.org/drawingml/2006/main">
            <a:off x="619125" y="6381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6D68"/>
                </a:solidFill>
                <a:latin typeface="DejaVu Sans"/>
                <a:ea typeface="DejaVu Sans"/>
                <a:cs typeface="DejaVu Sans"/>
              </a:defRPr>
            </a:defPPr>
            <a:lvl1pPr>
              <a:defRPr sz="1275" b="0">
                <a:solidFill>
                  <a:srgbClr val="656D68"/>
                </a:solidFill>
                <a:latin typeface="DejaVu Sans"/>
                <a:ea typeface="DejaVu Sans"/>
                <a:cs typeface="DejaVu Sans"/>
              </a:defRPr>
            </a:lvl1pPr>
            <a:lvl2pPr>
              <a:defRPr sz="1275" b="0">
                <a:solidFill>
                  <a:srgbClr val="656D68"/>
                </a:solidFill>
                <a:latin typeface="DejaVu Sans"/>
                <a:ea typeface="DejaVu Sans"/>
                <a:cs typeface="DejaVu Sans"/>
              </a:defRPr>
            </a:lvl2pPr>
            <a:lvl3pPr>
              <a:defRPr sz="1275" b="0">
                <a:solidFill>
                  <a:srgbClr val="656D68"/>
                </a:solidFill>
                <a:latin typeface="DejaVu Sans"/>
                <a:ea typeface="DejaVu Sans"/>
                <a:cs typeface="DejaVu Sans"/>
              </a:defRPr>
            </a:lvl3pPr>
            <a:lvl4pPr>
              <a:defRPr sz="1275" b="0">
                <a:solidFill>
                  <a:srgbClr val="656D68"/>
                </a:solidFill>
                <a:latin typeface="DejaVu Sans"/>
                <a:ea typeface="DejaVu Sans"/>
                <a:cs typeface="DejaVu Sans"/>
              </a:defRPr>
            </a:lvl4pPr>
            <a:lvl5pPr>
              <a:defRPr sz="1275" b="0">
                <a:solidFill>
                  <a:srgbClr val="656D68"/>
                </a:solidFill>
                <a:latin typeface="DejaVu Sans"/>
                <a:ea typeface="DejaVu Sans"/>
                <a:cs typeface="DejaVu Sans"/>
              </a:defRPr>
            </a:lvl5pPr>
            <a:lvl6pPr>
              <a:defRPr sz="1275" b="0">
                <a:solidFill>
                  <a:srgbClr val="656D68"/>
                </a:solidFill>
                <a:latin typeface="DejaVu Sans"/>
                <a:ea typeface="DejaVu Sans"/>
                <a:cs typeface="DejaVu Sans"/>
              </a:defRPr>
            </a:lvl6pPr>
            <a:lvl7pPr>
              <a:defRPr sz="1275" b="0">
                <a:solidFill>
                  <a:srgbClr val="656D68"/>
                </a:solidFill>
                <a:latin typeface="DejaVu Sans"/>
                <a:ea typeface="DejaVu Sans"/>
                <a:cs typeface="DejaVu Sans"/>
              </a:defRPr>
            </a:lvl7pPr>
            <a:lvl8pPr>
              <a:defRPr sz="1275" b="0">
                <a:solidFill>
                  <a:srgbClr val="656D68"/>
                </a:solidFill>
                <a:latin typeface="DejaVu Sans"/>
                <a:ea typeface="DejaVu Sans"/>
                <a:cs typeface="DejaVu Sans"/>
              </a:defRPr>
            </a:lvl8pPr>
            <a:lvl9pPr>
              <a:defRPr sz="1275" b="0">
                <a:solidFill>
                  <a:srgbClr val="656D68"/>
                </a:solidFill>
                <a:latin typeface="DejaVu Sans"/>
                <a:ea typeface="DejaVu Sans"/>
                <a:cs typeface="DejaVu Sans"/>
              </a:defRPr>
            </a:lvl9pPr>
          </a:lstStyle>
          <a:p xmlns:a="http://schemas.openxmlformats.org/drawingml/2006/main">
            <a:pPr>
              <a:defRPr sz="1275" b="0">
                <a:solidFill>
                  <a:srgbClr val="656D68"/>
                </a:solidFill>
                <a:latin typeface="DejaVu Sans"/>
                <a:ea typeface="DejaVu Sans"/>
                <a:cs typeface="DejaVu Sans"/>
              </a:defRPr>
            </a:pPr>
            <a:r>
              <a:rPr sz="1275" b="0">
                <a:solidFill>
                  <a:srgbClr val="656D68"/>
                </a:solidFill>
                <a:latin typeface="DejaVu Sans"/>
                <a:ea typeface="DejaVu Sans"/>
                <a:cs typeface="DejaVu Sans"/>
              </a:rPr>
              <a:t>G15 / A6 / Résultats provisoires                                  4/8</a:t>
            </a:r>
          </a:p>
        </p:txBody>
      </p:sp>
      <p:graphicFrame>
        <p:nvGraphicFramePr>
          <p:cNvPr id="3" name="">
            <a:extLst xmlns:a="http://schemas.openxmlformats.org/drawingml/2006/main">
              <a:ext uri="{FF2B5EF4-FFF2-40B4-BE49-F238E27FC236}">
                <a16:creationId xmlns:a16="http://schemas.microsoft.com/office/drawing/2014/main" id="{12D60269-039E-4073-AD06-3343DC5BFFD0}"/>
              </a:ext>
            </a:extLst>
          </p:cNvPr>
          <p:cNvGraphicFramePr/>
          <p:nvPr/>
        </p:nvGraphicFramePr>
        <p:xfrm>
          <a:off xmlns:a="http://schemas.openxmlformats.org/drawingml/2006/main" x="619125" y="2047875"/>
          <a:ext xmlns:a="http://schemas.openxmlformats.org/drawingml/2006/main" cx="10953750" cy="2857500"/>
        </p:xfrm>
        <a:graphic xmlns:a="http://schemas.openxmlformats.org/drawingml/2006/main">
          <a:graphicData uri="http://schemas.openxmlformats.org/drawingml/2006/table">
            <a:tbl>
              <a:tblPr/>
              <a:tblGrid>
                <a:gridCol w="4762500"/>
                <a:gridCol w="6191250"/>
              </a:tblGrid>
              <a:tr h="1428750">
                <a:tc>
                  <a:txBody>
                    <a:bodyPr/>
                    <a:lstStyle/>
                    <a:p>
                      <a:r>
                        <a:rPr sz="1875" b="1">
                          <a:solidFill>
                            <a:srgbClr val="FFFFFF"/>
                          </a:solidFill>
                          <a:latin typeface="DejaVu Sans"/>
                          <a:ea typeface="DejaVu Sans"/>
                          <a:cs typeface="DejaVu Sans"/>
                        </a:rPr>
                        <a:t>Consigne simple</a:t>
                      </a:r>
                    </a:p>
                  </a:txBody>
                  <a:tcPr marL="91440" marR="91440" marT="45720" marB="45720">
                    <a:solidFill>
                      <a:srgbClr val="244F4B"/>
                    </a:solidFill>
                  </a:tcPr>
                </a:tc>
                <a:tc>
                  <a:txBody>
                    <a:bodyPr/>
                    <a:lstStyle/>
                    <a:p>
                      <a:r>
                        <a:rPr sz="1875" b="1">
                          <a:solidFill>
                            <a:srgbClr val="FFFFFF"/>
                          </a:solidFill>
                          <a:latin typeface="DejaVu Sans"/>
                          <a:ea typeface="DejaVu Sans"/>
                          <a:cs typeface="DejaVu Sans"/>
                        </a:rPr>
                        <a:t>Consigne structurée</a:t>
                      </a:r>
                    </a:p>
                  </a:txBody>
                  <a:tcPr marL="91440" marR="91440" marT="45720" marB="45720">
                    <a:solidFill>
                      <a:srgbClr val="244F4B"/>
                    </a:solidFill>
                  </a:tcPr>
                </a:tc>
              </a:tr>
              <a:tr h="1428750">
                <a:tc>
                  <a:txBody>
                    <a:bodyPr/>
                    <a:lstStyle/>
                    <a:p>
                      <a:r>
                        <a:rPr sz="1875" b="0">
                          <a:solidFill>
                            <a:srgbClr val="24332F"/>
                          </a:solidFill>
                          <a:latin typeface="DejaVu Sans"/>
                          <a:ea typeface="DejaVu Sans"/>
                          <a:cs typeface="DejaVu Sans"/>
                        </a:rPr>
                        <a:t>Objectif de réécriture</a:t>
                      </a:r>
                    </a:p>
                    <a:p>
                      <a:r>
                        <a:rPr sz="1875" b="0">
                          <a:solidFill>
                            <a:srgbClr val="24332F"/>
                          </a:solidFill>
                          <a:latin typeface="DejaVu Sans"/>
                          <a:ea typeface="DejaVu Sans"/>
                          <a:cs typeface="DejaVu Sans"/>
                        </a:rPr>
                        <a:t>Conserver le sens</a:t>
                      </a:r>
                    </a:p>
                  </a:txBody>
                  <a:tcPr marL="91440" marR="91440" marT="45720" marB="45720">
                    <a:solidFill>
                      <a:srgbClr val="FFFFFF"/>
                    </a:solidFill>
                  </a:tcPr>
                </a:tc>
                <a:tc>
                  <a:txBody>
                    <a:bodyPr/>
                    <a:lstStyle/>
                    <a:p>
                      <a:r>
                        <a:rPr sz="1875" b="0">
                          <a:solidFill>
                            <a:srgbClr val="24332F"/>
                          </a:solidFill>
                          <a:latin typeface="DejaVu Sans"/>
                          <a:ea typeface="DejaVu Sans"/>
                          <a:cs typeface="DejaVu Sans"/>
                        </a:rPr>
                        <a:t>Même objectif</a:t>
                      </a:r>
                    </a:p>
                    <a:p>
                      <a:r>
                        <a:rPr sz="1875" b="0">
                          <a:solidFill>
                            <a:srgbClr val="24332F"/>
                          </a:solidFill>
                          <a:latin typeface="DejaVu Sans"/>
                          <a:ea typeface="DejaVu Sans"/>
                          <a:cs typeface="DejaVu Sans"/>
                        </a:rPr>
                        <a:t>Faits explicitement listés</a:t>
                      </a:r>
                    </a:p>
                    <a:p>
                      <a:r>
                        <a:rPr sz="1875" b="0">
                          <a:solidFill>
                            <a:srgbClr val="24332F"/>
                          </a:solidFill>
                          <a:latin typeface="DejaVu Sans"/>
                          <a:ea typeface="DejaVu Sans"/>
                          <a:cs typeface="DejaVu Sans"/>
                        </a:rPr>
                        <a:t>Négations et conditions à préserver</a:t>
                      </a:r>
                    </a:p>
                    <a:p>
                      <a:r>
                        <a:rPr sz="1875" b="0">
                          <a:solidFill>
                            <a:srgbClr val="24332F"/>
                          </a:solidFill>
                          <a:latin typeface="DejaVu Sans"/>
                          <a:ea typeface="DejaVu Sans"/>
                          <a:cs typeface="DejaVu Sans"/>
                        </a:rPr>
                        <a:t>Aucun ajout factuel</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948F5C5-78A4-415E-B1F0-C05A49A2691E}"/>
              </a:ext>
            </a:extLst>
          </p:cNvPr>
          <p:cNvSpPr>
            <a:spLocks xmlns:a="http://schemas.openxmlformats.org/drawingml/2006/main" noGrp="1"/>
          </p:cNvSpPr>
          <p:nvPr/>
        </p:nvSpPr>
        <p:spPr>
          <a:xfrm xmlns:a="http://schemas.openxmlformats.org/drawingml/2006/main">
            <a:off x="619125" y="53816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44F4B"/>
                </a:solidFill>
                <a:latin typeface="DejaVu Sans"/>
                <a:ea typeface="DejaVu Sans"/>
                <a:cs typeface="DejaVu Sans"/>
              </a:defRPr>
            </a:defPPr>
            <a:lvl1pPr>
              <a:defRPr sz="2175" b="1">
                <a:solidFill>
                  <a:srgbClr val="244F4B"/>
                </a:solidFill>
                <a:latin typeface="DejaVu Sans"/>
                <a:ea typeface="DejaVu Sans"/>
                <a:cs typeface="DejaVu Sans"/>
              </a:defRPr>
            </a:lvl1pPr>
            <a:lvl2pPr>
              <a:defRPr sz="2175" b="1">
                <a:solidFill>
                  <a:srgbClr val="244F4B"/>
                </a:solidFill>
                <a:latin typeface="DejaVu Sans"/>
                <a:ea typeface="DejaVu Sans"/>
                <a:cs typeface="DejaVu Sans"/>
              </a:defRPr>
            </a:lvl2pPr>
            <a:lvl3pPr>
              <a:defRPr sz="2175" b="1">
                <a:solidFill>
                  <a:srgbClr val="244F4B"/>
                </a:solidFill>
                <a:latin typeface="DejaVu Sans"/>
                <a:ea typeface="DejaVu Sans"/>
                <a:cs typeface="DejaVu Sans"/>
              </a:defRPr>
            </a:lvl3pPr>
            <a:lvl4pPr>
              <a:defRPr sz="2175" b="1">
                <a:solidFill>
                  <a:srgbClr val="244F4B"/>
                </a:solidFill>
                <a:latin typeface="DejaVu Sans"/>
                <a:ea typeface="DejaVu Sans"/>
                <a:cs typeface="DejaVu Sans"/>
              </a:defRPr>
            </a:lvl4pPr>
            <a:lvl5pPr>
              <a:defRPr sz="2175" b="1">
                <a:solidFill>
                  <a:srgbClr val="244F4B"/>
                </a:solidFill>
                <a:latin typeface="DejaVu Sans"/>
                <a:ea typeface="DejaVu Sans"/>
                <a:cs typeface="DejaVu Sans"/>
              </a:defRPr>
            </a:lvl5pPr>
            <a:lvl6pPr>
              <a:defRPr sz="2175" b="1">
                <a:solidFill>
                  <a:srgbClr val="244F4B"/>
                </a:solidFill>
                <a:latin typeface="DejaVu Sans"/>
                <a:ea typeface="DejaVu Sans"/>
                <a:cs typeface="DejaVu Sans"/>
              </a:defRPr>
            </a:lvl6pPr>
            <a:lvl7pPr>
              <a:defRPr sz="2175" b="1">
                <a:solidFill>
                  <a:srgbClr val="244F4B"/>
                </a:solidFill>
                <a:latin typeface="DejaVu Sans"/>
                <a:ea typeface="DejaVu Sans"/>
                <a:cs typeface="DejaVu Sans"/>
              </a:defRPr>
            </a:lvl7pPr>
            <a:lvl8pPr>
              <a:defRPr sz="2175" b="1">
                <a:solidFill>
                  <a:srgbClr val="244F4B"/>
                </a:solidFill>
                <a:latin typeface="DejaVu Sans"/>
                <a:ea typeface="DejaVu Sans"/>
                <a:cs typeface="DejaVu Sans"/>
              </a:defRPr>
            </a:lvl8pPr>
            <a:lvl9pPr>
              <a:defRPr sz="2175" b="1">
                <a:solidFill>
                  <a:srgbClr val="244F4B"/>
                </a:solidFill>
                <a:latin typeface="DejaVu Sans"/>
                <a:ea typeface="DejaVu Sans"/>
                <a:cs typeface="DejaVu Sans"/>
              </a:defRPr>
            </a:lvl9pPr>
          </a:lstStyle>
          <a:p xmlns:a="http://schemas.openxmlformats.org/drawingml/2006/main">
            <a:pPr>
              <a:defRPr sz="2175" b="1">
                <a:solidFill>
                  <a:srgbClr val="244F4B"/>
                </a:solidFill>
                <a:latin typeface="DejaVu Sans"/>
                <a:ea typeface="DejaVu Sans"/>
                <a:cs typeface="DejaVu Sans"/>
              </a:defRPr>
            </a:pPr>
            <a:r>
              <a:rPr sz="2175" b="1">
                <a:solidFill>
                  <a:srgbClr val="244F4B"/>
                </a:solidFill>
                <a:latin typeface="DejaVu Sans"/>
                <a:ea typeface="DejaVu Sans"/>
                <a:cs typeface="DejaVu Sans"/>
              </a:rPr>
              <a:t>Même modèle, mêmes sources, mêmes cibles et même température</a:t>
            </a:r>
          </a:p>
        </p:txBody>
      </p:sp>
    </p:spTree>
    <p:extLst>
      <p:ext uri="{BB962C8B-B14F-4D97-AF65-F5344CB8AC3E}">
        <p14:creationId xmlns:p14="http://schemas.microsoft.com/office/powerpoint/2010/main" val="913450905"/>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F20A38-5524-47D3-8C94-040A7ECE2ADC}"/>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4332F"/>
                </a:solidFill>
                <a:latin typeface="DejaVu Sans"/>
                <a:ea typeface="DejaVu Sans"/>
                <a:cs typeface="DejaVu Sans"/>
              </a:defRPr>
            </a:defPPr>
            <a:lvl1pPr>
              <a:defRPr sz="3225" b="1">
                <a:solidFill>
                  <a:srgbClr val="24332F"/>
                </a:solidFill>
                <a:latin typeface="DejaVu Sans"/>
                <a:ea typeface="DejaVu Sans"/>
                <a:cs typeface="DejaVu Sans"/>
              </a:defRPr>
            </a:lvl1pPr>
            <a:lvl2pPr>
              <a:defRPr sz="3225" b="1">
                <a:solidFill>
                  <a:srgbClr val="24332F"/>
                </a:solidFill>
                <a:latin typeface="DejaVu Sans"/>
                <a:ea typeface="DejaVu Sans"/>
                <a:cs typeface="DejaVu Sans"/>
              </a:defRPr>
            </a:lvl2pPr>
            <a:lvl3pPr>
              <a:defRPr sz="3225" b="1">
                <a:solidFill>
                  <a:srgbClr val="24332F"/>
                </a:solidFill>
                <a:latin typeface="DejaVu Sans"/>
                <a:ea typeface="DejaVu Sans"/>
                <a:cs typeface="DejaVu Sans"/>
              </a:defRPr>
            </a:lvl3pPr>
            <a:lvl4pPr>
              <a:defRPr sz="3225" b="1">
                <a:solidFill>
                  <a:srgbClr val="24332F"/>
                </a:solidFill>
                <a:latin typeface="DejaVu Sans"/>
                <a:ea typeface="DejaVu Sans"/>
                <a:cs typeface="DejaVu Sans"/>
              </a:defRPr>
            </a:lvl4pPr>
            <a:lvl5pPr>
              <a:defRPr sz="3225" b="1">
                <a:solidFill>
                  <a:srgbClr val="24332F"/>
                </a:solidFill>
                <a:latin typeface="DejaVu Sans"/>
                <a:ea typeface="DejaVu Sans"/>
                <a:cs typeface="DejaVu Sans"/>
              </a:defRPr>
            </a:lvl5pPr>
            <a:lvl6pPr>
              <a:defRPr sz="3225" b="1">
                <a:solidFill>
                  <a:srgbClr val="24332F"/>
                </a:solidFill>
                <a:latin typeface="DejaVu Sans"/>
                <a:ea typeface="DejaVu Sans"/>
                <a:cs typeface="DejaVu Sans"/>
              </a:defRPr>
            </a:lvl6pPr>
            <a:lvl7pPr>
              <a:defRPr sz="3225" b="1">
                <a:solidFill>
                  <a:srgbClr val="24332F"/>
                </a:solidFill>
                <a:latin typeface="DejaVu Sans"/>
                <a:ea typeface="DejaVu Sans"/>
                <a:cs typeface="DejaVu Sans"/>
              </a:defRPr>
            </a:lvl7pPr>
            <a:lvl8pPr>
              <a:defRPr sz="3225" b="1">
                <a:solidFill>
                  <a:srgbClr val="24332F"/>
                </a:solidFill>
                <a:latin typeface="DejaVu Sans"/>
                <a:ea typeface="DejaVu Sans"/>
                <a:cs typeface="DejaVu Sans"/>
              </a:defRPr>
            </a:lvl8pPr>
            <a:lvl9pPr>
              <a:defRPr sz="3225" b="1">
                <a:solidFill>
                  <a:srgbClr val="24332F"/>
                </a:solidFill>
                <a:latin typeface="DejaVu Sans"/>
                <a:ea typeface="DejaVu Sans"/>
                <a:cs typeface="DejaVu Sans"/>
              </a:defRPr>
            </a:lvl9pPr>
          </a:lstStyle>
          <a:p xmlns:a="http://schemas.openxmlformats.org/drawingml/2006/main">
            <a:pPr>
              <a:defRPr sz="3225" b="1">
                <a:solidFill>
                  <a:srgbClr val="24332F"/>
                </a:solidFill>
                <a:latin typeface="DejaVu Sans"/>
                <a:ea typeface="DejaVu Sans"/>
                <a:cs typeface="DejaVu Sans"/>
              </a:defRPr>
            </a:pPr>
            <a:r>
              <a:rPr sz="3225" b="1">
                <a:solidFill>
                  <a:srgbClr val="24332F"/>
                </a:solidFill>
                <a:latin typeface="DejaVu Sans"/>
                <a:ea typeface="DejaVu Sans"/>
                <a:cs typeface="DejaVu Sans"/>
              </a:rPr>
              <a:t>La réussite exige le style et la fidélité</a:t>
            </a:r>
          </a:p>
        </p:txBody>
      </p:sp>
      <p:sp>
        <p:nvSpPr>
          <p:cNvPr id="2" name="">
            <a:extLst xmlns:a="http://schemas.openxmlformats.org/drawingml/2006/main">
              <a:ext uri="{FF2B5EF4-FFF2-40B4-BE49-F238E27FC236}">
                <a16:creationId xmlns:a16="http://schemas.microsoft.com/office/drawing/2014/main" id="{3EA7016B-C176-44A5-A67A-CE9F59405A16}"/>
              </a:ext>
            </a:extLst>
          </p:cNvPr>
          <p:cNvSpPr>
            <a:spLocks xmlns:a="http://schemas.openxmlformats.org/drawingml/2006/main" noGrp="1"/>
          </p:cNvSpPr>
          <p:nvPr/>
        </p:nvSpPr>
        <p:spPr>
          <a:xfrm xmlns:a="http://schemas.openxmlformats.org/drawingml/2006/main">
            <a:off x="619125" y="6381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6D68"/>
                </a:solidFill>
                <a:latin typeface="DejaVu Sans"/>
                <a:ea typeface="DejaVu Sans"/>
                <a:cs typeface="DejaVu Sans"/>
              </a:defRPr>
            </a:defPPr>
            <a:lvl1pPr>
              <a:defRPr sz="1275" b="0">
                <a:solidFill>
                  <a:srgbClr val="656D68"/>
                </a:solidFill>
                <a:latin typeface="DejaVu Sans"/>
                <a:ea typeface="DejaVu Sans"/>
                <a:cs typeface="DejaVu Sans"/>
              </a:defRPr>
            </a:lvl1pPr>
            <a:lvl2pPr>
              <a:defRPr sz="1275" b="0">
                <a:solidFill>
                  <a:srgbClr val="656D68"/>
                </a:solidFill>
                <a:latin typeface="DejaVu Sans"/>
                <a:ea typeface="DejaVu Sans"/>
                <a:cs typeface="DejaVu Sans"/>
              </a:defRPr>
            </a:lvl2pPr>
            <a:lvl3pPr>
              <a:defRPr sz="1275" b="0">
                <a:solidFill>
                  <a:srgbClr val="656D68"/>
                </a:solidFill>
                <a:latin typeface="DejaVu Sans"/>
                <a:ea typeface="DejaVu Sans"/>
                <a:cs typeface="DejaVu Sans"/>
              </a:defRPr>
            </a:lvl3pPr>
            <a:lvl4pPr>
              <a:defRPr sz="1275" b="0">
                <a:solidFill>
                  <a:srgbClr val="656D68"/>
                </a:solidFill>
                <a:latin typeface="DejaVu Sans"/>
                <a:ea typeface="DejaVu Sans"/>
                <a:cs typeface="DejaVu Sans"/>
              </a:defRPr>
            </a:lvl4pPr>
            <a:lvl5pPr>
              <a:defRPr sz="1275" b="0">
                <a:solidFill>
                  <a:srgbClr val="656D68"/>
                </a:solidFill>
                <a:latin typeface="DejaVu Sans"/>
                <a:ea typeface="DejaVu Sans"/>
                <a:cs typeface="DejaVu Sans"/>
              </a:defRPr>
            </a:lvl5pPr>
            <a:lvl6pPr>
              <a:defRPr sz="1275" b="0">
                <a:solidFill>
                  <a:srgbClr val="656D68"/>
                </a:solidFill>
                <a:latin typeface="DejaVu Sans"/>
                <a:ea typeface="DejaVu Sans"/>
                <a:cs typeface="DejaVu Sans"/>
              </a:defRPr>
            </a:lvl6pPr>
            <a:lvl7pPr>
              <a:defRPr sz="1275" b="0">
                <a:solidFill>
                  <a:srgbClr val="656D68"/>
                </a:solidFill>
                <a:latin typeface="DejaVu Sans"/>
                <a:ea typeface="DejaVu Sans"/>
                <a:cs typeface="DejaVu Sans"/>
              </a:defRPr>
            </a:lvl7pPr>
            <a:lvl8pPr>
              <a:defRPr sz="1275" b="0">
                <a:solidFill>
                  <a:srgbClr val="656D68"/>
                </a:solidFill>
                <a:latin typeface="DejaVu Sans"/>
                <a:ea typeface="DejaVu Sans"/>
                <a:cs typeface="DejaVu Sans"/>
              </a:defRPr>
            </a:lvl8pPr>
            <a:lvl9pPr>
              <a:defRPr sz="1275" b="0">
                <a:solidFill>
                  <a:srgbClr val="656D68"/>
                </a:solidFill>
                <a:latin typeface="DejaVu Sans"/>
                <a:ea typeface="DejaVu Sans"/>
                <a:cs typeface="DejaVu Sans"/>
              </a:defRPr>
            </a:lvl9pPr>
          </a:lstStyle>
          <a:p xmlns:a="http://schemas.openxmlformats.org/drawingml/2006/main">
            <a:pPr>
              <a:defRPr sz="1275" b="0">
                <a:solidFill>
                  <a:srgbClr val="656D68"/>
                </a:solidFill>
                <a:latin typeface="DejaVu Sans"/>
                <a:ea typeface="DejaVu Sans"/>
                <a:cs typeface="DejaVu Sans"/>
              </a:defRPr>
            </a:pPr>
            <a:r>
              <a:rPr sz="1275" b="0">
                <a:solidFill>
                  <a:srgbClr val="656D68"/>
                </a:solidFill>
                <a:latin typeface="DejaVu Sans"/>
                <a:ea typeface="DejaVu Sans"/>
                <a:cs typeface="DejaVu Sans"/>
              </a:rPr>
              <a:t>G15 / A6 / Résultats provisoires                                  5/8</a:t>
            </a:r>
          </a:p>
        </p:txBody>
      </p:sp>
      <p:sp>
        <p:nvSpPr>
          <p:cNvPr id="3" name="">
            <a:extLst xmlns:a="http://schemas.openxmlformats.org/drawingml/2006/main">
              <a:ext uri="{FF2B5EF4-FFF2-40B4-BE49-F238E27FC236}">
                <a16:creationId xmlns:a16="http://schemas.microsoft.com/office/drawing/2014/main" id="{39D09D75-2876-475F-8481-C706F6AF4561}"/>
              </a:ext>
            </a:extLst>
          </p:cNvPr>
          <p:cNvSpPr>
            <a:spLocks xmlns:a="http://schemas.openxmlformats.org/drawingml/2006/main" noGrp="1"/>
          </p:cNvSpPr>
          <p:nvPr/>
        </p:nvSpPr>
        <p:spPr>
          <a:xfrm xmlns:a="http://schemas.openxmlformats.org/drawingml/2006/main">
            <a:off x="619125" y="1809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44F4B"/>
                </a:solidFill>
                <a:latin typeface="DejaVu Sans"/>
                <a:ea typeface="DejaVu Sans"/>
                <a:cs typeface="DejaVu Sans"/>
              </a:defRPr>
            </a:defPPr>
            <a:lvl1pPr>
              <a:defRPr sz="2625" b="1">
                <a:solidFill>
                  <a:srgbClr val="244F4B"/>
                </a:solidFill>
                <a:latin typeface="DejaVu Sans"/>
                <a:ea typeface="DejaVu Sans"/>
                <a:cs typeface="DejaVu Sans"/>
              </a:defRPr>
            </a:lvl1pPr>
            <a:lvl2pPr>
              <a:defRPr sz="2625" b="1">
                <a:solidFill>
                  <a:srgbClr val="244F4B"/>
                </a:solidFill>
                <a:latin typeface="DejaVu Sans"/>
                <a:ea typeface="DejaVu Sans"/>
                <a:cs typeface="DejaVu Sans"/>
              </a:defRPr>
            </a:lvl2pPr>
            <a:lvl3pPr>
              <a:defRPr sz="2625" b="1">
                <a:solidFill>
                  <a:srgbClr val="244F4B"/>
                </a:solidFill>
                <a:latin typeface="DejaVu Sans"/>
                <a:ea typeface="DejaVu Sans"/>
                <a:cs typeface="DejaVu Sans"/>
              </a:defRPr>
            </a:lvl3pPr>
            <a:lvl4pPr>
              <a:defRPr sz="2625" b="1">
                <a:solidFill>
                  <a:srgbClr val="244F4B"/>
                </a:solidFill>
                <a:latin typeface="DejaVu Sans"/>
                <a:ea typeface="DejaVu Sans"/>
                <a:cs typeface="DejaVu Sans"/>
              </a:defRPr>
            </a:lvl4pPr>
            <a:lvl5pPr>
              <a:defRPr sz="2625" b="1">
                <a:solidFill>
                  <a:srgbClr val="244F4B"/>
                </a:solidFill>
                <a:latin typeface="DejaVu Sans"/>
                <a:ea typeface="DejaVu Sans"/>
                <a:cs typeface="DejaVu Sans"/>
              </a:defRPr>
            </a:lvl5pPr>
            <a:lvl6pPr>
              <a:defRPr sz="2625" b="1">
                <a:solidFill>
                  <a:srgbClr val="244F4B"/>
                </a:solidFill>
                <a:latin typeface="DejaVu Sans"/>
                <a:ea typeface="DejaVu Sans"/>
                <a:cs typeface="DejaVu Sans"/>
              </a:defRPr>
            </a:lvl6pPr>
            <a:lvl7pPr>
              <a:defRPr sz="2625" b="1">
                <a:solidFill>
                  <a:srgbClr val="244F4B"/>
                </a:solidFill>
                <a:latin typeface="DejaVu Sans"/>
                <a:ea typeface="DejaVu Sans"/>
                <a:cs typeface="DejaVu Sans"/>
              </a:defRPr>
            </a:lvl7pPr>
            <a:lvl8pPr>
              <a:defRPr sz="2625" b="1">
                <a:solidFill>
                  <a:srgbClr val="244F4B"/>
                </a:solidFill>
                <a:latin typeface="DejaVu Sans"/>
                <a:ea typeface="DejaVu Sans"/>
                <a:cs typeface="DejaVu Sans"/>
              </a:defRPr>
            </a:lvl8pPr>
            <a:lvl9pPr>
              <a:defRPr sz="2625" b="1">
                <a:solidFill>
                  <a:srgbClr val="244F4B"/>
                </a:solidFill>
                <a:latin typeface="DejaVu Sans"/>
                <a:ea typeface="DejaVu Sans"/>
                <a:cs typeface="DejaVu Sans"/>
              </a:defRPr>
            </a:lvl9pPr>
          </a:lstStyle>
          <a:p xmlns:a="http://schemas.openxmlformats.org/drawingml/2006/main">
            <a:pPr>
              <a:defRPr sz="2625" b="1">
                <a:solidFill>
                  <a:srgbClr val="244F4B"/>
                </a:solidFill>
                <a:latin typeface="DejaVu Sans"/>
                <a:ea typeface="DejaVu Sans"/>
                <a:cs typeface="DejaVu Sans"/>
              </a:defRPr>
            </a:pPr>
            <a:r>
              <a:rPr sz="2625" b="1">
                <a:solidFill>
                  <a:srgbClr val="244F4B"/>
                </a:solidFill>
                <a:latin typeface="DejaVu Sans"/>
                <a:ea typeface="DejaVu Sans"/>
                <a:cs typeface="DejaVu Sans"/>
              </a:rPr>
              <a:t>1. L’objectif demandé est atteint</a:t>
            </a:r>
          </a:p>
        </p:txBody>
      </p:sp>
      <p:sp>
        <p:nvSpPr>
          <p:cNvPr id="4" name="">
            <a:extLst xmlns:a="http://schemas.openxmlformats.org/drawingml/2006/main">
              <a:ext uri="{FF2B5EF4-FFF2-40B4-BE49-F238E27FC236}">
                <a16:creationId xmlns:a16="http://schemas.microsoft.com/office/drawing/2014/main" id="{8A33096C-B4B1-4A96-AC04-DEAC392E7494}"/>
              </a:ext>
            </a:extLst>
          </p:cNvPr>
          <p:cNvSpPr>
            <a:spLocks xmlns:a="http://schemas.openxmlformats.org/drawingml/2006/main" noGrp="1"/>
          </p:cNvSpPr>
          <p:nvPr/>
        </p:nvSpPr>
        <p:spPr>
          <a:xfrm xmlns:a="http://schemas.openxmlformats.org/drawingml/2006/main">
            <a:off x="619125" y="28575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44F4B"/>
                </a:solidFill>
                <a:latin typeface="DejaVu Sans"/>
                <a:ea typeface="DejaVu Sans"/>
                <a:cs typeface="DejaVu Sans"/>
              </a:defRPr>
            </a:defPPr>
            <a:lvl1pPr>
              <a:defRPr sz="2625" b="1">
                <a:solidFill>
                  <a:srgbClr val="244F4B"/>
                </a:solidFill>
                <a:latin typeface="DejaVu Sans"/>
                <a:ea typeface="DejaVu Sans"/>
                <a:cs typeface="DejaVu Sans"/>
              </a:defRPr>
            </a:lvl1pPr>
            <a:lvl2pPr>
              <a:defRPr sz="2625" b="1">
                <a:solidFill>
                  <a:srgbClr val="244F4B"/>
                </a:solidFill>
                <a:latin typeface="DejaVu Sans"/>
                <a:ea typeface="DejaVu Sans"/>
                <a:cs typeface="DejaVu Sans"/>
              </a:defRPr>
            </a:lvl2pPr>
            <a:lvl3pPr>
              <a:defRPr sz="2625" b="1">
                <a:solidFill>
                  <a:srgbClr val="244F4B"/>
                </a:solidFill>
                <a:latin typeface="DejaVu Sans"/>
                <a:ea typeface="DejaVu Sans"/>
                <a:cs typeface="DejaVu Sans"/>
              </a:defRPr>
            </a:lvl3pPr>
            <a:lvl4pPr>
              <a:defRPr sz="2625" b="1">
                <a:solidFill>
                  <a:srgbClr val="244F4B"/>
                </a:solidFill>
                <a:latin typeface="DejaVu Sans"/>
                <a:ea typeface="DejaVu Sans"/>
                <a:cs typeface="DejaVu Sans"/>
              </a:defRPr>
            </a:lvl4pPr>
            <a:lvl5pPr>
              <a:defRPr sz="2625" b="1">
                <a:solidFill>
                  <a:srgbClr val="244F4B"/>
                </a:solidFill>
                <a:latin typeface="DejaVu Sans"/>
                <a:ea typeface="DejaVu Sans"/>
                <a:cs typeface="DejaVu Sans"/>
              </a:defRPr>
            </a:lvl5pPr>
            <a:lvl6pPr>
              <a:defRPr sz="2625" b="1">
                <a:solidFill>
                  <a:srgbClr val="244F4B"/>
                </a:solidFill>
                <a:latin typeface="DejaVu Sans"/>
                <a:ea typeface="DejaVu Sans"/>
                <a:cs typeface="DejaVu Sans"/>
              </a:defRPr>
            </a:lvl6pPr>
            <a:lvl7pPr>
              <a:defRPr sz="2625" b="1">
                <a:solidFill>
                  <a:srgbClr val="244F4B"/>
                </a:solidFill>
                <a:latin typeface="DejaVu Sans"/>
                <a:ea typeface="DejaVu Sans"/>
                <a:cs typeface="DejaVu Sans"/>
              </a:defRPr>
            </a:lvl7pPr>
            <a:lvl8pPr>
              <a:defRPr sz="2625" b="1">
                <a:solidFill>
                  <a:srgbClr val="244F4B"/>
                </a:solidFill>
                <a:latin typeface="DejaVu Sans"/>
                <a:ea typeface="DejaVu Sans"/>
                <a:cs typeface="DejaVu Sans"/>
              </a:defRPr>
            </a:lvl8pPr>
            <a:lvl9pPr>
              <a:defRPr sz="2625" b="1">
                <a:solidFill>
                  <a:srgbClr val="244F4B"/>
                </a:solidFill>
                <a:latin typeface="DejaVu Sans"/>
                <a:ea typeface="DejaVu Sans"/>
                <a:cs typeface="DejaVu Sans"/>
              </a:defRPr>
            </a:lvl9pPr>
          </a:lstStyle>
          <a:p xmlns:a="http://schemas.openxmlformats.org/drawingml/2006/main">
            <a:pPr>
              <a:defRPr sz="2625" b="1">
                <a:solidFill>
                  <a:srgbClr val="244F4B"/>
                </a:solidFill>
                <a:latin typeface="DejaVu Sans"/>
                <a:ea typeface="DejaVu Sans"/>
                <a:cs typeface="DejaVu Sans"/>
              </a:defRPr>
            </a:pPr>
            <a:r>
              <a:rPr sz="2625" b="1">
                <a:solidFill>
                  <a:srgbClr val="244F4B"/>
                </a:solidFill>
                <a:latin typeface="DejaVu Sans"/>
                <a:ea typeface="DejaVu Sans"/>
                <a:cs typeface="DejaVu Sans"/>
              </a:rPr>
              <a:t>2. Aucun fait omis, modifié ou inventé</a:t>
            </a:r>
          </a:p>
        </p:txBody>
      </p:sp>
      <p:sp>
        <p:nvSpPr>
          <p:cNvPr id="5" name="">
            <a:extLst xmlns:a="http://schemas.openxmlformats.org/drawingml/2006/main">
              <a:ext uri="{FF2B5EF4-FFF2-40B4-BE49-F238E27FC236}">
                <a16:creationId xmlns:a16="http://schemas.microsoft.com/office/drawing/2014/main" id="{1CDCE6EE-C936-4EFC-8D79-DF8F76DD6E8D}"/>
              </a:ext>
            </a:extLst>
          </p:cNvPr>
          <p:cNvSpPr>
            <a:spLocks xmlns:a="http://schemas.openxmlformats.org/drawingml/2006/main" noGrp="1"/>
          </p:cNvSpPr>
          <p:nvPr/>
        </p:nvSpPr>
        <p:spPr>
          <a:xfrm xmlns:a="http://schemas.openxmlformats.org/drawingml/2006/main">
            <a:off x="619125" y="39052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44F4B"/>
                </a:solidFill>
                <a:latin typeface="DejaVu Sans"/>
                <a:ea typeface="DejaVu Sans"/>
                <a:cs typeface="DejaVu Sans"/>
              </a:defRPr>
            </a:defPPr>
            <a:lvl1pPr>
              <a:defRPr sz="2625" b="1">
                <a:solidFill>
                  <a:srgbClr val="244F4B"/>
                </a:solidFill>
                <a:latin typeface="DejaVu Sans"/>
                <a:ea typeface="DejaVu Sans"/>
                <a:cs typeface="DejaVu Sans"/>
              </a:defRPr>
            </a:lvl1pPr>
            <a:lvl2pPr>
              <a:defRPr sz="2625" b="1">
                <a:solidFill>
                  <a:srgbClr val="244F4B"/>
                </a:solidFill>
                <a:latin typeface="DejaVu Sans"/>
                <a:ea typeface="DejaVu Sans"/>
                <a:cs typeface="DejaVu Sans"/>
              </a:defRPr>
            </a:lvl2pPr>
            <a:lvl3pPr>
              <a:defRPr sz="2625" b="1">
                <a:solidFill>
                  <a:srgbClr val="244F4B"/>
                </a:solidFill>
                <a:latin typeface="DejaVu Sans"/>
                <a:ea typeface="DejaVu Sans"/>
                <a:cs typeface="DejaVu Sans"/>
              </a:defRPr>
            </a:lvl3pPr>
            <a:lvl4pPr>
              <a:defRPr sz="2625" b="1">
                <a:solidFill>
                  <a:srgbClr val="244F4B"/>
                </a:solidFill>
                <a:latin typeface="DejaVu Sans"/>
                <a:ea typeface="DejaVu Sans"/>
                <a:cs typeface="DejaVu Sans"/>
              </a:defRPr>
            </a:lvl4pPr>
            <a:lvl5pPr>
              <a:defRPr sz="2625" b="1">
                <a:solidFill>
                  <a:srgbClr val="244F4B"/>
                </a:solidFill>
                <a:latin typeface="DejaVu Sans"/>
                <a:ea typeface="DejaVu Sans"/>
                <a:cs typeface="DejaVu Sans"/>
              </a:defRPr>
            </a:lvl5pPr>
            <a:lvl6pPr>
              <a:defRPr sz="2625" b="1">
                <a:solidFill>
                  <a:srgbClr val="244F4B"/>
                </a:solidFill>
                <a:latin typeface="DejaVu Sans"/>
                <a:ea typeface="DejaVu Sans"/>
                <a:cs typeface="DejaVu Sans"/>
              </a:defRPr>
            </a:lvl6pPr>
            <a:lvl7pPr>
              <a:defRPr sz="2625" b="1">
                <a:solidFill>
                  <a:srgbClr val="244F4B"/>
                </a:solidFill>
                <a:latin typeface="DejaVu Sans"/>
                <a:ea typeface="DejaVu Sans"/>
                <a:cs typeface="DejaVu Sans"/>
              </a:defRPr>
            </a:lvl7pPr>
            <a:lvl8pPr>
              <a:defRPr sz="2625" b="1">
                <a:solidFill>
                  <a:srgbClr val="244F4B"/>
                </a:solidFill>
                <a:latin typeface="DejaVu Sans"/>
                <a:ea typeface="DejaVu Sans"/>
                <a:cs typeface="DejaVu Sans"/>
              </a:defRPr>
            </a:lvl8pPr>
            <a:lvl9pPr>
              <a:defRPr sz="2625" b="1">
                <a:solidFill>
                  <a:srgbClr val="244F4B"/>
                </a:solidFill>
                <a:latin typeface="DejaVu Sans"/>
                <a:ea typeface="DejaVu Sans"/>
                <a:cs typeface="DejaVu Sans"/>
              </a:defRPr>
            </a:lvl9pPr>
          </a:lstStyle>
          <a:p xmlns:a="http://schemas.openxmlformats.org/drawingml/2006/main">
            <a:pPr>
              <a:defRPr sz="2625" b="1">
                <a:solidFill>
                  <a:srgbClr val="244F4B"/>
                </a:solidFill>
                <a:latin typeface="DejaVu Sans"/>
                <a:ea typeface="DejaVu Sans"/>
                <a:cs typeface="DejaVu Sans"/>
              </a:defRPr>
            </a:pPr>
            <a:r>
              <a:rPr sz="2625" b="1">
                <a:solidFill>
                  <a:srgbClr val="244F4B"/>
                </a:solidFill>
                <a:latin typeface="DejaVu Sans"/>
                <a:ea typeface="DejaVu Sans"/>
                <a:cs typeface="DejaVu Sans"/>
              </a:rPr>
              <a:t>3. Le sens reste proche de la source</a:t>
            </a:r>
          </a:p>
        </p:txBody>
      </p:sp>
      <p:sp>
        <p:nvSpPr>
          <p:cNvPr id="6" name="">
            <a:extLst xmlns:a="http://schemas.openxmlformats.org/drawingml/2006/main">
              <a:ext uri="{FF2B5EF4-FFF2-40B4-BE49-F238E27FC236}">
                <a16:creationId xmlns:a16="http://schemas.microsoft.com/office/drawing/2014/main" id="{6B340AFE-F5F0-42BB-8B8F-CC61CB21025A}"/>
              </a:ext>
            </a:extLst>
          </p:cNvPr>
          <p:cNvSpPr>
            <a:spLocks xmlns:a="http://schemas.openxmlformats.org/drawingml/2006/main" noGrp="1"/>
          </p:cNvSpPr>
          <p:nvPr/>
        </p:nvSpPr>
        <p:spPr>
          <a:xfrm xmlns:a="http://schemas.openxmlformats.org/drawingml/2006/main">
            <a:off x="619125" y="51435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4332F"/>
                </a:solidFill>
                <a:latin typeface="DejaVu Sans"/>
                <a:ea typeface="DejaVu Sans"/>
                <a:cs typeface="DejaVu Sans"/>
              </a:defRPr>
            </a:defPPr>
            <a:lvl1pPr>
              <a:defRPr sz="2025" b="0">
                <a:solidFill>
                  <a:srgbClr val="24332F"/>
                </a:solidFill>
                <a:latin typeface="DejaVu Sans"/>
                <a:ea typeface="DejaVu Sans"/>
                <a:cs typeface="DejaVu Sans"/>
              </a:defRPr>
            </a:lvl1pPr>
            <a:lvl2pPr>
              <a:defRPr sz="2025" b="0">
                <a:solidFill>
                  <a:srgbClr val="24332F"/>
                </a:solidFill>
                <a:latin typeface="DejaVu Sans"/>
                <a:ea typeface="DejaVu Sans"/>
                <a:cs typeface="DejaVu Sans"/>
              </a:defRPr>
            </a:lvl2pPr>
            <a:lvl3pPr>
              <a:defRPr sz="2025" b="0">
                <a:solidFill>
                  <a:srgbClr val="24332F"/>
                </a:solidFill>
                <a:latin typeface="DejaVu Sans"/>
                <a:ea typeface="DejaVu Sans"/>
                <a:cs typeface="DejaVu Sans"/>
              </a:defRPr>
            </a:lvl3pPr>
            <a:lvl4pPr>
              <a:defRPr sz="2025" b="0">
                <a:solidFill>
                  <a:srgbClr val="24332F"/>
                </a:solidFill>
                <a:latin typeface="DejaVu Sans"/>
                <a:ea typeface="DejaVu Sans"/>
                <a:cs typeface="DejaVu Sans"/>
              </a:defRPr>
            </a:lvl4pPr>
            <a:lvl5pPr>
              <a:defRPr sz="2025" b="0">
                <a:solidFill>
                  <a:srgbClr val="24332F"/>
                </a:solidFill>
                <a:latin typeface="DejaVu Sans"/>
                <a:ea typeface="DejaVu Sans"/>
                <a:cs typeface="DejaVu Sans"/>
              </a:defRPr>
            </a:lvl5pPr>
            <a:lvl6pPr>
              <a:defRPr sz="2025" b="0">
                <a:solidFill>
                  <a:srgbClr val="24332F"/>
                </a:solidFill>
                <a:latin typeface="DejaVu Sans"/>
                <a:ea typeface="DejaVu Sans"/>
                <a:cs typeface="DejaVu Sans"/>
              </a:defRPr>
            </a:lvl6pPr>
            <a:lvl7pPr>
              <a:defRPr sz="2025" b="0">
                <a:solidFill>
                  <a:srgbClr val="24332F"/>
                </a:solidFill>
                <a:latin typeface="DejaVu Sans"/>
                <a:ea typeface="DejaVu Sans"/>
                <a:cs typeface="DejaVu Sans"/>
              </a:defRPr>
            </a:lvl7pPr>
            <a:lvl8pPr>
              <a:defRPr sz="2025" b="0">
                <a:solidFill>
                  <a:srgbClr val="24332F"/>
                </a:solidFill>
                <a:latin typeface="DejaVu Sans"/>
                <a:ea typeface="DejaVu Sans"/>
                <a:cs typeface="DejaVu Sans"/>
              </a:defRPr>
            </a:lvl8pPr>
            <a:lvl9pPr>
              <a:defRPr sz="2025" b="0">
                <a:solidFill>
                  <a:srgbClr val="24332F"/>
                </a:solidFill>
                <a:latin typeface="DejaVu Sans"/>
                <a:ea typeface="DejaVu Sans"/>
                <a:cs typeface="DejaVu Sans"/>
              </a:defRPr>
            </a:lvl9pPr>
          </a:lstStyle>
          <a:p xmlns:a="http://schemas.openxmlformats.org/drawingml/2006/main">
            <a:pPr>
              <a:defRPr sz="2025" b="0">
                <a:solidFill>
                  <a:srgbClr val="24332F"/>
                </a:solidFill>
                <a:latin typeface="DejaVu Sans"/>
                <a:ea typeface="DejaVu Sans"/>
                <a:cs typeface="DejaVu Sans"/>
              </a:defRPr>
            </a:pPr>
            <a:r>
              <a:rPr sz="2025" b="0">
                <a:solidFill>
                  <a:srgbClr val="24332F"/>
                </a:solidFill>
                <a:latin typeface="DejaVu Sans"/>
                <a:ea typeface="DejaVu Sans"/>
                <a:cs typeface="DejaVu Sans"/>
              </a:rPr>
              <a:t>La similarité est estimée par le juge IA.</a:t>
            </a:r>
          </a:p>
          <a:p xmlns:a="http://schemas.openxmlformats.org/drawingml/2006/main">
            <a:pPr>
              <a:defRPr sz="2025" b="0">
                <a:solidFill>
                  <a:srgbClr val="24332F"/>
                </a:solidFill>
                <a:latin typeface="DejaVu Sans"/>
                <a:ea typeface="DejaVu Sans"/>
                <a:cs typeface="DejaVu Sans"/>
              </a:defRPr>
            </a:pPr>
            <a:r>
              <a:rPr sz="2025" b="0">
                <a:solidFill>
                  <a:srgbClr val="24332F"/>
                </a:solidFill>
                <a:latin typeface="DejaVu Sans"/>
                <a:ea typeface="DejaVu Sans"/>
                <a:cs typeface="DejaVu Sans"/>
              </a:rPr>
              <a:t>Sa validation sur un échantillon humain reste à faire.</a:t>
            </a:r>
          </a:p>
        </p:txBody>
      </p:sp>
    </p:spTree>
    <p:extLst>
      <p:ext uri="{BB962C8B-B14F-4D97-AF65-F5344CB8AC3E}">
        <p14:creationId xmlns:p14="http://schemas.microsoft.com/office/powerpoint/2010/main" val="338781409"/>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5131BC-3CFE-4979-B8E3-0E6861B637E9}"/>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4332F"/>
                </a:solidFill>
                <a:latin typeface="DejaVu Sans"/>
                <a:ea typeface="DejaVu Sans"/>
                <a:cs typeface="DejaVu Sans"/>
              </a:defRPr>
            </a:defPPr>
            <a:lvl1pPr>
              <a:defRPr sz="3225" b="1">
                <a:solidFill>
                  <a:srgbClr val="24332F"/>
                </a:solidFill>
                <a:latin typeface="DejaVu Sans"/>
                <a:ea typeface="DejaVu Sans"/>
                <a:cs typeface="DejaVu Sans"/>
              </a:defRPr>
            </a:lvl1pPr>
            <a:lvl2pPr>
              <a:defRPr sz="3225" b="1">
                <a:solidFill>
                  <a:srgbClr val="24332F"/>
                </a:solidFill>
                <a:latin typeface="DejaVu Sans"/>
                <a:ea typeface="DejaVu Sans"/>
                <a:cs typeface="DejaVu Sans"/>
              </a:defRPr>
            </a:lvl2pPr>
            <a:lvl3pPr>
              <a:defRPr sz="3225" b="1">
                <a:solidFill>
                  <a:srgbClr val="24332F"/>
                </a:solidFill>
                <a:latin typeface="DejaVu Sans"/>
                <a:ea typeface="DejaVu Sans"/>
                <a:cs typeface="DejaVu Sans"/>
              </a:defRPr>
            </a:lvl3pPr>
            <a:lvl4pPr>
              <a:defRPr sz="3225" b="1">
                <a:solidFill>
                  <a:srgbClr val="24332F"/>
                </a:solidFill>
                <a:latin typeface="DejaVu Sans"/>
                <a:ea typeface="DejaVu Sans"/>
                <a:cs typeface="DejaVu Sans"/>
              </a:defRPr>
            </a:lvl4pPr>
            <a:lvl5pPr>
              <a:defRPr sz="3225" b="1">
                <a:solidFill>
                  <a:srgbClr val="24332F"/>
                </a:solidFill>
                <a:latin typeface="DejaVu Sans"/>
                <a:ea typeface="DejaVu Sans"/>
                <a:cs typeface="DejaVu Sans"/>
              </a:defRPr>
            </a:lvl5pPr>
            <a:lvl6pPr>
              <a:defRPr sz="3225" b="1">
                <a:solidFill>
                  <a:srgbClr val="24332F"/>
                </a:solidFill>
                <a:latin typeface="DejaVu Sans"/>
                <a:ea typeface="DejaVu Sans"/>
                <a:cs typeface="DejaVu Sans"/>
              </a:defRPr>
            </a:lvl6pPr>
            <a:lvl7pPr>
              <a:defRPr sz="3225" b="1">
                <a:solidFill>
                  <a:srgbClr val="24332F"/>
                </a:solidFill>
                <a:latin typeface="DejaVu Sans"/>
                <a:ea typeface="DejaVu Sans"/>
                <a:cs typeface="DejaVu Sans"/>
              </a:defRPr>
            </a:lvl7pPr>
            <a:lvl8pPr>
              <a:defRPr sz="3225" b="1">
                <a:solidFill>
                  <a:srgbClr val="24332F"/>
                </a:solidFill>
                <a:latin typeface="DejaVu Sans"/>
                <a:ea typeface="DejaVu Sans"/>
                <a:cs typeface="DejaVu Sans"/>
              </a:defRPr>
            </a:lvl8pPr>
            <a:lvl9pPr>
              <a:defRPr sz="3225" b="1">
                <a:solidFill>
                  <a:srgbClr val="24332F"/>
                </a:solidFill>
                <a:latin typeface="DejaVu Sans"/>
                <a:ea typeface="DejaVu Sans"/>
                <a:cs typeface="DejaVu Sans"/>
              </a:defRPr>
            </a:lvl9pPr>
          </a:lstStyle>
          <a:p xmlns:a="http://schemas.openxmlformats.org/drawingml/2006/main">
            <a:pPr>
              <a:defRPr sz="3225" b="1">
                <a:solidFill>
                  <a:srgbClr val="24332F"/>
                </a:solidFill>
                <a:latin typeface="DejaVu Sans"/>
                <a:ea typeface="DejaVu Sans"/>
                <a:cs typeface="DejaVu Sans"/>
              </a:defRPr>
            </a:pPr>
            <a:r>
              <a:rPr sz="3225" b="1">
                <a:solidFill>
                  <a:srgbClr val="24332F"/>
                </a:solidFill>
                <a:latin typeface="DejaVu Sans"/>
                <a:ea typeface="DejaVu Sans"/>
                <a:cs typeface="DejaVu Sans"/>
              </a:rPr>
              <a:t>Résultats sur les 32 textes réservés au test</a:t>
            </a:r>
          </a:p>
        </p:txBody>
      </p:sp>
      <p:sp>
        <p:nvSpPr>
          <p:cNvPr id="2" name="">
            <a:extLst xmlns:a="http://schemas.openxmlformats.org/drawingml/2006/main">
              <a:ext uri="{FF2B5EF4-FFF2-40B4-BE49-F238E27FC236}">
                <a16:creationId xmlns:a16="http://schemas.microsoft.com/office/drawing/2014/main" id="{F1E3D70B-CBA3-4109-A32C-722C57F35615}"/>
              </a:ext>
            </a:extLst>
          </p:cNvPr>
          <p:cNvSpPr>
            <a:spLocks xmlns:a="http://schemas.openxmlformats.org/drawingml/2006/main" noGrp="1"/>
          </p:cNvSpPr>
          <p:nvPr/>
        </p:nvSpPr>
        <p:spPr>
          <a:xfrm xmlns:a="http://schemas.openxmlformats.org/drawingml/2006/main">
            <a:off x="619125" y="6381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6D68"/>
                </a:solidFill>
                <a:latin typeface="DejaVu Sans"/>
                <a:ea typeface="DejaVu Sans"/>
                <a:cs typeface="DejaVu Sans"/>
              </a:defRPr>
            </a:defPPr>
            <a:lvl1pPr>
              <a:defRPr sz="1275" b="0">
                <a:solidFill>
                  <a:srgbClr val="656D68"/>
                </a:solidFill>
                <a:latin typeface="DejaVu Sans"/>
                <a:ea typeface="DejaVu Sans"/>
                <a:cs typeface="DejaVu Sans"/>
              </a:defRPr>
            </a:lvl1pPr>
            <a:lvl2pPr>
              <a:defRPr sz="1275" b="0">
                <a:solidFill>
                  <a:srgbClr val="656D68"/>
                </a:solidFill>
                <a:latin typeface="DejaVu Sans"/>
                <a:ea typeface="DejaVu Sans"/>
                <a:cs typeface="DejaVu Sans"/>
              </a:defRPr>
            </a:lvl2pPr>
            <a:lvl3pPr>
              <a:defRPr sz="1275" b="0">
                <a:solidFill>
                  <a:srgbClr val="656D68"/>
                </a:solidFill>
                <a:latin typeface="DejaVu Sans"/>
                <a:ea typeface="DejaVu Sans"/>
                <a:cs typeface="DejaVu Sans"/>
              </a:defRPr>
            </a:lvl3pPr>
            <a:lvl4pPr>
              <a:defRPr sz="1275" b="0">
                <a:solidFill>
                  <a:srgbClr val="656D68"/>
                </a:solidFill>
                <a:latin typeface="DejaVu Sans"/>
                <a:ea typeface="DejaVu Sans"/>
                <a:cs typeface="DejaVu Sans"/>
              </a:defRPr>
            </a:lvl4pPr>
            <a:lvl5pPr>
              <a:defRPr sz="1275" b="0">
                <a:solidFill>
                  <a:srgbClr val="656D68"/>
                </a:solidFill>
                <a:latin typeface="DejaVu Sans"/>
                <a:ea typeface="DejaVu Sans"/>
                <a:cs typeface="DejaVu Sans"/>
              </a:defRPr>
            </a:lvl5pPr>
            <a:lvl6pPr>
              <a:defRPr sz="1275" b="0">
                <a:solidFill>
                  <a:srgbClr val="656D68"/>
                </a:solidFill>
                <a:latin typeface="DejaVu Sans"/>
                <a:ea typeface="DejaVu Sans"/>
                <a:cs typeface="DejaVu Sans"/>
              </a:defRPr>
            </a:lvl6pPr>
            <a:lvl7pPr>
              <a:defRPr sz="1275" b="0">
                <a:solidFill>
                  <a:srgbClr val="656D68"/>
                </a:solidFill>
                <a:latin typeface="DejaVu Sans"/>
                <a:ea typeface="DejaVu Sans"/>
                <a:cs typeface="DejaVu Sans"/>
              </a:defRPr>
            </a:lvl7pPr>
            <a:lvl8pPr>
              <a:defRPr sz="1275" b="0">
                <a:solidFill>
                  <a:srgbClr val="656D68"/>
                </a:solidFill>
                <a:latin typeface="DejaVu Sans"/>
                <a:ea typeface="DejaVu Sans"/>
                <a:cs typeface="DejaVu Sans"/>
              </a:defRPr>
            </a:lvl8pPr>
            <a:lvl9pPr>
              <a:defRPr sz="1275" b="0">
                <a:solidFill>
                  <a:srgbClr val="656D68"/>
                </a:solidFill>
                <a:latin typeface="DejaVu Sans"/>
                <a:ea typeface="DejaVu Sans"/>
                <a:cs typeface="DejaVu Sans"/>
              </a:defRPr>
            </a:lvl9pPr>
          </a:lstStyle>
          <a:p xmlns:a="http://schemas.openxmlformats.org/drawingml/2006/main">
            <a:pPr>
              <a:defRPr sz="1275" b="0">
                <a:solidFill>
                  <a:srgbClr val="656D68"/>
                </a:solidFill>
                <a:latin typeface="DejaVu Sans"/>
                <a:ea typeface="DejaVu Sans"/>
                <a:cs typeface="DejaVu Sans"/>
              </a:defRPr>
            </a:pPr>
            <a:r>
              <a:rPr sz="1275" b="0">
                <a:solidFill>
                  <a:srgbClr val="656D68"/>
                </a:solidFill>
                <a:latin typeface="DejaVu Sans"/>
                <a:ea typeface="DejaVu Sans"/>
                <a:cs typeface="DejaVu Sans"/>
              </a:rPr>
              <a:t>G15 / A6 / Résultats provisoires                                  6/8</a:t>
            </a:r>
          </a:p>
        </p:txBody>
      </p:sp>
      <p:graphicFrame>
        <p:nvGraphicFramePr>
          <p:cNvPr id="3" name="">
            <a:extLst xmlns:a="http://schemas.openxmlformats.org/drawingml/2006/main">
              <a:ext uri="{FF2B5EF4-FFF2-40B4-BE49-F238E27FC236}">
                <a16:creationId xmlns:a16="http://schemas.microsoft.com/office/drawing/2014/main" id="{8EBF7969-4157-48D7-BD17-B8D0C67B4D9D}"/>
              </a:ext>
            </a:extLst>
          </p:cNvPr>
          <p:cNvGraphicFramePr/>
          <p:nvPr/>
        </p:nvGraphicFramePr>
        <p:xfrm>
          <a:off xmlns:a="http://schemas.openxmlformats.org/drawingml/2006/main" x="619125" y="1905000"/>
          <a:ext xmlns:a="http://schemas.openxmlformats.org/drawingml/2006/main" cx="10953750" cy="3286125"/>
        </p:xfrm>
        <a:graphic xmlns:a="http://schemas.openxmlformats.org/drawingml/2006/main">
          <a:graphicData uri="http://schemas.openxmlformats.org/drawingml/2006/table">
            <a:tbl>
              <a:tblPr/>
              <a:tblGrid>
                <a:gridCol w="3524250"/>
                <a:gridCol w="3714750"/>
                <a:gridCol w="3714750"/>
              </a:tblGrid>
              <a:tr h="657225">
                <a:tc>
                  <a:txBody>
                    <a:bodyPr/>
                    <a:lstStyle/>
                    <a:p>
                      <a:r>
                        <a:rPr sz="1875" b="1">
                          <a:solidFill>
                            <a:srgbClr val="FFFFFF"/>
                          </a:solidFill>
                          <a:latin typeface="DejaVu Sans"/>
                          <a:ea typeface="DejaVu Sans"/>
                          <a:cs typeface="DejaVu Sans"/>
                        </a:rPr>
                        <a:t>Objectif</a:t>
                      </a:r>
                    </a:p>
                  </a:txBody>
                  <a:tcPr marL="91440" marR="91440" marT="45720" marB="45720">
                    <a:solidFill>
                      <a:srgbClr val="244F4B"/>
                    </a:solidFill>
                  </a:tcPr>
                </a:tc>
                <a:tc>
                  <a:txBody>
                    <a:bodyPr/>
                    <a:lstStyle/>
                    <a:p>
                      <a:r>
                        <a:rPr sz="1875" b="1">
                          <a:solidFill>
                            <a:srgbClr val="FFFFFF"/>
                          </a:solidFill>
                          <a:latin typeface="DejaVu Sans"/>
                          <a:ea typeface="DejaVu Sans"/>
                          <a:cs typeface="DejaVu Sans"/>
                        </a:rPr>
                        <a:t>Consigne simple</a:t>
                      </a:r>
                    </a:p>
                  </a:txBody>
                  <a:tcPr marL="91440" marR="91440" marT="45720" marB="45720">
                    <a:solidFill>
                      <a:srgbClr val="244F4B"/>
                    </a:solidFill>
                  </a:tcPr>
                </a:tc>
                <a:tc>
                  <a:txBody>
                    <a:bodyPr/>
                    <a:lstStyle/>
                    <a:p>
                      <a:r>
                        <a:rPr sz="1875" b="1">
                          <a:solidFill>
                            <a:srgbClr val="FFFFFF"/>
                          </a:solidFill>
                          <a:latin typeface="DejaVu Sans"/>
                          <a:ea typeface="DejaVu Sans"/>
                          <a:cs typeface="DejaVu Sans"/>
                        </a:rPr>
                        <a:t>Consigne structurée</a:t>
                      </a:r>
                    </a:p>
                  </a:txBody>
                  <a:tcPr marL="91440" marR="91440" marT="45720" marB="45720">
                    <a:solidFill>
                      <a:srgbClr val="244F4B"/>
                    </a:solidFill>
                  </a:tcPr>
                </a:tc>
              </a:tr>
              <a:tr h="657225">
                <a:tc>
                  <a:txBody>
                    <a:bodyPr/>
                    <a:lstStyle/>
                    <a:p>
                      <a:r>
                        <a:rPr sz="1875" b="0">
                          <a:solidFill>
                            <a:srgbClr val="24332F"/>
                          </a:solidFill>
                          <a:latin typeface="DejaVu Sans"/>
                          <a:ea typeface="DejaVu Sans"/>
                          <a:cs typeface="DejaVu Sans"/>
                        </a:rPr>
                        <a:t>longueur</a:t>
                      </a:r>
                    </a:p>
                  </a:txBody>
                  <a:tcPr marL="91440" marR="91440" marT="45720" marB="45720">
                    <a:solidFill>
                      <a:srgbClr val="FFFFFF"/>
                    </a:solidFill>
                  </a:tcPr>
                </a:tc>
                <a:tc>
                  <a:txBody>
                    <a:bodyPr/>
                    <a:lstStyle/>
                    <a:p>
                      <a:r>
                        <a:rPr sz="1875" b="0">
                          <a:solidFill>
                            <a:srgbClr val="24332F"/>
                          </a:solidFill>
                          <a:latin typeface="DejaVu Sans"/>
                          <a:ea typeface="DejaVu Sans"/>
                          <a:cs typeface="DejaVu Sans"/>
                        </a:rPr>
                        <a:t>16 / 32</a:t>
                      </a:r>
                    </a:p>
                  </a:txBody>
                  <a:tcPr marL="91440" marR="91440" marT="45720" marB="45720">
                    <a:solidFill>
                      <a:srgbClr val="FFFFFF"/>
                    </a:solidFill>
                  </a:tcPr>
                </a:tc>
                <a:tc>
                  <a:txBody>
                    <a:bodyPr/>
                    <a:lstStyle/>
                    <a:p>
                      <a:r>
                        <a:rPr sz="1875" b="0">
                          <a:solidFill>
                            <a:srgbClr val="24332F"/>
                          </a:solidFill>
                          <a:latin typeface="DejaVu Sans"/>
                          <a:ea typeface="DejaVu Sans"/>
                          <a:cs typeface="DejaVu Sans"/>
                        </a:rPr>
                        <a:t>0 / 32</a:t>
                      </a:r>
                    </a:p>
                  </a:txBody>
                  <a:tcPr marL="91440" marR="91440" marT="45720" marB="45720">
                    <a:solidFill>
                      <a:srgbClr val="FFFFFF"/>
                    </a:solidFill>
                  </a:tcPr>
                </a:tc>
              </a:tr>
              <a:tr h="657225">
                <a:tc>
                  <a:txBody>
                    <a:bodyPr/>
                    <a:lstStyle/>
                    <a:p>
                      <a:r>
                        <a:rPr sz="1875" b="0">
                          <a:solidFill>
                            <a:srgbClr val="24332F"/>
                          </a:solidFill>
                          <a:latin typeface="DejaVu Sans"/>
                          <a:ea typeface="DejaVu Sans"/>
                          <a:cs typeface="DejaVu Sans"/>
                        </a:rPr>
                        <a:t>lisibilite</a:t>
                      </a:r>
                    </a:p>
                  </a:txBody>
                  <a:tcPr marL="91440" marR="91440" marT="45720" marB="45720">
                    <a:solidFill>
                      <a:srgbClr val="E6EDE8"/>
                    </a:solidFill>
                  </a:tcPr>
                </a:tc>
                <a:tc>
                  <a:txBody>
                    <a:bodyPr/>
                    <a:lstStyle/>
                    <a:p>
                      <a:r>
                        <a:rPr sz="1875" b="0">
                          <a:solidFill>
                            <a:srgbClr val="24332F"/>
                          </a:solidFill>
                          <a:latin typeface="DejaVu Sans"/>
                          <a:ea typeface="DejaVu Sans"/>
                          <a:cs typeface="DejaVu Sans"/>
                        </a:rPr>
                        <a:t>15 / 32</a:t>
                      </a:r>
                    </a:p>
                  </a:txBody>
                  <a:tcPr marL="91440" marR="91440" marT="45720" marB="45720">
                    <a:solidFill>
                      <a:srgbClr val="E6EDE8"/>
                    </a:solidFill>
                  </a:tcPr>
                </a:tc>
                <a:tc>
                  <a:txBody>
                    <a:bodyPr/>
                    <a:lstStyle/>
                    <a:p>
                      <a:r>
                        <a:rPr sz="1875" b="0">
                          <a:solidFill>
                            <a:srgbClr val="24332F"/>
                          </a:solidFill>
                          <a:latin typeface="DejaVu Sans"/>
                          <a:ea typeface="DejaVu Sans"/>
                          <a:cs typeface="DejaVu Sans"/>
                        </a:rPr>
                        <a:t>23 / 32</a:t>
                      </a:r>
                    </a:p>
                  </a:txBody>
                  <a:tcPr marL="91440" marR="91440" marT="45720" marB="45720">
                    <a:solidFill>
                      <a:srgbClr val="E6EDE8"/>
                    </a:solidFill>
                  </a:tcPr>
                </a:tc>
              </a:tr>
              <a:tr h="657225">
                <a:tc>
                  <a:txBody>
                    <a:bodyPr/>
                    <a:lstStyle/>
                    <a:p>
                      <a:r>
                        <a:rPr sz="1875" b="0">
                          <a:solidFill>
                            <a:srgbClr val="24332F"/>
                          </a:solidFill>
                          <a:latin typeface="DejaVu Sans"/>
                          <a:ea typeface="DejaVu Sans"/>
                          <a:cs typeface="DejaVu Sans"/>
                        </a:rPr>
                        <a:t>registre</a:t>
                      </a:r>
                    </a:p>
                  </a:txBody>
                  <a:tcPr marL="91440" marR="91440" marT="45720" marB="45720">
                    <a:solidFill>
                      <a:srgbClr val="FFFFFF"/>
                    </a:solidFill>
                  </a:tcPr>
                </a:tc>
                <a:tc>
                  <a:txBody>
                    <a:bodyPr/>
                    <a:lstStyle/>
                    <a:p>
                      <a:r>
                        <a:rPr sz="1875" b="0">
                          <a:solidFill>
                            <a:srgbClr val="24332F"/>
                          </a:solidFill>
                          <a:latin typeface="DejaVu Sans"/>
                          <a:ea typeface="DejaVu Sans"/>
                          <a:cs typeface="DejaVu Sans"/>
                        </a:rPr>
                        <a:t>5 / 32</a:t>
                      </a:r>
                    </a:p>
                  </a:txBody>
                  <a:tcPr marL="91440" marR="91440" marT="45720" marB="45720">
                    <a:solidFill>
                      <a:srgbClr val="FFFFFF"/>
                    </a:solidFill>
                  </a:tcPr>
                </a:tc>
                <a:tc>
                  <a:txBody>
                    <a:bodyPr/>
                    <a:lstStyle/>
                    <a:p>
                      <a:r>
                        <a:rPr sz="1875" b="0">
                          <a:solidFill>
                            <a:srgbClr val="24332F"/>
                          </a:solidFill>
                          <a:latin typeface="DejaVu Sans"/>
                          <a:ea typeface="DejaVu Sans"/>
                          <a:cs typeface="DejaVu Sans"/>
                        </a:rPr>
                        <a:t>3 / 32</a:t>
                      </a:r>
                    </a:p>
                  </a:txBody>
                  <a:tcPr marL="91440" marR="91440" marT="45720" marB="45720">
                    <a:solidFill>
                      <a:srgbClr val="FFFFFF"/>
                    </a:solidFill>
                  </a:tcPr>
                </a:tc>
              </a:tr>
              <a:tr h="657225">
                <a:tc>
                  <a:txBody>
                    <a:bodyPr/>
                    <a:lstStyle/>
                    <a:p>
                      <a:r>
                        <a:rPr sz="1875" b="0">
                          <a:solidFill>
                            <a:srgbClr val="24332F"/>
                          </a:solidFill>
                          <a:latin typeface="DejaVu Sans"/>
                          <a:ea typeface="DejaVu Sans"/>
                          <a:cs typeface="DejaVu Sans"/>
                        </a:rPr>
                        <a:t>ton</a:t>
                      </a:r>
                    </a:p>
                  </a:txBody>
                  <a:tcPr marL="91440" marR="91440" marT="45720" marB="45720">
                    <a:solidFill>
                      <a:srgbClr val="E6EDE8"/>
                    </a:solidFill>
                  </a:tcPr>
                </a:tc>
                <a:tc>
                  <a:txBody>
                    <a:bodyPr/>
                    <a:lstStyle/>
                    <a:p>
                      <a:r>
                        <a:rPr sz="1875" b="0">
                          <a:solidFill>
                            <a:srgbClr val="24332F"/>
                          </a:solidFill>
                          <a:latin typeface="DejaVu Sans"/>
                          <a:ea typeface="DejaVu Sans"/>
                          <a:cs typeface="DejaVu Sans"/>
                        </a:rPr>
                        <a:t>12 / 32</a:t>
                      </a:r>
                    </a:p>
                  </a:txBody>
                  <a:tcPr marL="91440" marR="91440" marT="45720" marB="45720">
                    <a:solidFill>
                      <a:srgbClr val="E6EDE8"/>
                    </a:solidFill>
                  </a:tcPr>
                </a:tc>
                <a:tc>
                  <a:txBody>
                    <a:bodyPr/>
                    <a:lstStyle/>
                    <a:p>
                      <a:r>
                        <a:rPr sz="1875" b="0">
                          <a:solidFill>
                            <a:srgbClr val="24332F"/>
                          </a:solidFill>
                          <a:latin typeface="DejaVu Sans"/>
                          <a:ea typeface="DejaVu Sans"/>
                          <a:cs typeface="DejaVu Sans"/>
                        </a:rPr>
                        <a:t>14 / 32</a:t>
                      </a:r>
                    </a:p>
                  </a:txBody>
                  <a:tcPr marL="91440" marR="91440" marT="45720" marB="45720">
                    <a:solidFill>
                      <a:srgbClr val="E6EDE8"/>
                    </a:solidFill>
                  </a:tcPr>
                </a:tc>
              </a:tr>
            </a:tbl>
          </a:graphicData>
        </a:graphic>
      </p:graphicFrame>
      <p:sp>
        <p:nvSpPr>
          <p:cNvPr id="4" name="">
            <a:extLst xmlns:a="http://schemas.openxmlformats.org/drawingml/2006/main">
              <a:ext uri="{FF2B5EF4-FFF2-40B4-BE49-F238E27FC236}">
                <a16:creationId xmlns:a16="http://schemas.microsoft.com/office/drawing/2014/main" id="{34120431-71A6-41A1-9359-6FEA1D957D7C}"/>
              </a:ext>
            </a:extLst>
          </p:cNvPr>
          <p:cNvSpPr>
            <a:spLocks xmlns:a="http://schemas.openxmlformats.org/drawingml/2006/main" noGrp="1"/>
          </p:cNvSpPr>
          <p:nvPr/>
        </p:nvSpPr>
        <p:spPr>
          <a:xfrm xmlns:a="http://schemas.openxmlformats.org/drawingml/2006/main">
            <a:off x="619125" y="54292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4332F"/>
                </a:solidFill>
                <a:latin typeface="DejaVu Sans"/>
                <a:ea typeface="DejaVu Sans"/>
                <a:cs typeface="DejaVu Sans"/>
              </a:defRPr>
            </a:defPPr>
            <a:lvl1pPr>
              <a:defRPr sz="1875" b="0">
                <a:solidFill>
                  <a:srgbClr val="24332F"/>
                </a:solidFill>
                <a:latin typeface="DejaVu Sans"/>
                <a:ea typeface="DejaVu Sans"/>
                <a:cs typeface="DejaVu Sans"/>
              </a:defRPr>
            </a:lvl1pPr>
            <a:lvl2pPr>
              <a:defRPr sz="1875" b="0">
                <a:solidFill>
                  <a:srgbClr val="24332F"/>
                </a:solidFill>
                <a:latin typeface="DejaVu Sans"/>
                <a:ea typeface="DejaVu Sans"/>
                <a:cs typeface="DejaVu Sans"/>
              </a:defRPr>
            </a:lvl2pPr>
            <a:lvl3pPr>
              <a:defRPr sz="1875" b="0">
                <a:solidFill>
                  <a:srgbClr val="24332F"/>
                </a:solidFill>
                <a:latin typeface="DejaVu Sans"/>
                <a:ea typeface="DejaVu Sans"/>
                <a:cs typeface="DejaVu Sans"/>
              </a:defRPr>
            </a:lvl3pPr>
            <a:lvl4pPr>
              <a:defRPr sz="1875" b="0">
                <a:solidFill>
                  <a:srgbClr val="24332F"/>
                </a:solidFill>
                <a:latin typeface="DejaVu Sans"/>
                <a:ea typeface="DejaVu Sans"/>
                <a:cs typeface="DejaVu Sans"/>
              </a:defRPr>
            </a:lvl4pPr>
            <a:lvl5pPr>
              <a:defRPr sz="1875" b="0">
                <a:solidFill>
                  <a:srgbClr val="24332F"/>
                </a:solidFill>
                <a:latin typeface="DejaVu Sans"/>
                <a:ea typeface="DejaVu Sans"/>
                <a:cs typeface="DejaVu Sans"/>
              </a:defRPr>
            </a:lvl5pPr>
            <a:lvl6pPr>
              <a:defRPr sz="1875" b="0">
                <a:solidFill>
                  <a:srgbClr val="24332F"/>
                </a:solidFill>
                <a:latin typeface="DejaVu Sans"/>
                <a:ea typeface="DejaVu Sans"/>
                <a:cs typeface="DejaVu Sans"/>
              </a:defRPr>
            </a:lvl6pPr>
            <a:lvl7pPr>
              <a:defRPr sz="1875" b="0">
                <a:solidFill>
                  <a:srgbClr val="24332F"/>
                </a:solidFill>
                <a:latin typeface="DejaVu Sans"/>
                <a:ea typeface="DejaVu Sans"/>
                <a:cs typeface="DejaVu Sans"/>
              </a:defRPr>
            </a:lvl7pPr>
            <a:lvl8pPr>
              <a:defRPr sz="1875" b="0">
                <a:solidFill>
                  <a:srgbClr val="24332F"/>
                </a:solidFill>
                <a:latin typeface="DejaVu Sans"/>
                <a:ea typeface="DejaVu Sans"/>
                <a:cs typeface="DejaVu Sans"/>
              </a:defRPr>
            </a:lvl8pPr>
            <a:lvl9pPr>
              <a:defRPr sz="1875" b="0">
                <a:solidFill>
                  <a:srgbClr val="24332F"/>
                </a:solidFill>
                <a:latin typeface="DejaVu Sans"/>
                <a:ea typeface="DejaVu Sans"/>
                <a:cs typeface="DejaVu Sans"/>
              </a:defRPr>
            </a:lvl9pPr>
          </a:lstStyle>
          <a:p xmlns:a="http://schemas.openxmlformats.org/drawingml/2006/main">
            <a:pPr>
              <a:defRPr sz="1875" b="0">
                <a:solidFill>
                  <a:srgbClr val="24332F"/>
                </a:solidFill>
                <a:latin typeface="DejaVu Sans"/>
                <a:ea typeface="DejaVu Sans"/>
                <a:cs typeface="DejaVu Sans"/>
              </a:defRPr>
            </a:pPr>
            <a:r>
              <a:rPr sz="1875" b="0">
                <a:solidFill>
                  <a:srgbClr val="24332F"/>
                </a:solidFill>
                <a:latin typeface="DejaVu Sans"/>
                <a:ea typeface="DejaVu Sans"/>
                <a:cs typeface="DejaVu Sans"/>
              </a:rPr>
              <a:t>Succès conjoint estimé : objectif atteint ET fidélité préservée</a:t>
            </a:r>
          </a:p>
          <a:p xmlns:a="http://schemas.openxmlformats.org/drawingml/2006/main">
            <a:pPr>
              <a:defRPr sz="1875" b="0">
                <a:solidFill>
                  <a:srgbClr val="24332F"/>
                </a:solidFill>
                <a:latin typeface="DejaVu Sans"/>
                <a:ea typeface="DejaVu Sans"/>
                <a:cs typeface="DejaVu Sans"/>
              </a:defRPr>
            </a:pPr>
            <a:r>
              <a:rPr sz="1875" b="0">
                <a:solidFill>
                  <a:srgbClr val="24332F"/>
                </a:solidFill>
                <a:latin typeface="DejaVu Sans"/>
                <a:ea typeface="DejaVu Sans"/>
                <a:cs typeface="DejaVu Sans"/>
              </a:rPr>
              <a:t>Juge IA non encore validé par la revue humaine</a:t>
            </a:r>
          </a:p>
        </p:txBody>
      </p:sp>
    </p:spTree>
    <p:extLst>
      <p:ext uri="{BB962C8B-B14F-4D97-AF65-F5344CB8AC3E}">
        <p14:creationId xmlns:p14="http://schemas.microsoft.com/office/powerpoint/2010/main" val="455003762"/>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110C56-FCB7-43AB-9E9B-57640C1C0D49}"/>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4332F"/>
                </a:solidFill>
                <a:latin typeface="DejaVu Sans"/>
                <a:ea typeface="DejaVu Sans"/>
                <a:cs typeface="DejaVu Sans"/>
              </a:defRPr>
            </a:defPPr>
            <a:lvl1pPr>
              <a:defRPr sz="3225" b="1">
                <a:solidFill>
                  <a:srgbClr val="24332F"/>
                </a:solidFill>
                <a:latin typeface="DejaVu Sans"/>
                <a:ea typeface="DejaVu Sans"/>
                <a:cs typeface="DejaVu Sans"/>
              </a:defRPr>
            </a:lvl1pPr>
            <a:lvl2pPr>
              <a:defRPr sz="3225" b="1">
                <a:solidFill>
                  <a:srgbClr val="24332F"/>
                </a:solidFill>
                <a:latin typeface="DejaVu Sans"/>
                <a:ea typeface="DejaVu Sans"/>
                <a:cs typeface="DejaVu Sans"/>
              </a:defRPr>
            </a:lvl2pPr>
            <a:lvl3pPr>
              <a:defRPr sz="3225" b="1">
                <a:solidFill>
                  <a:srgbClr val="24332F"/>
                </a:solidFill>
                <a:latin typeface="DejaVu Sans"/>
                <a:ea typeface="DejaVu Sans"/>
                <a:cs typeface="DejaVu Sans"/>
              </a:defRPr>
            </a:lvl3pPr>
            <a:lvl4pPr>
              <a:defRPr sz="3225" b="1">
                <a:solidFill>
                  <a:srgbClr val="24332F"/>
                </a:solidFill>
                <a:latin typeface="DejaVu Sans"/>
                <a:ea typeface="DejaVu Sans"/>
                <a:cs typeface="DejaVu Sans"/>
              </a:defRPr>
            </a:lvl4pPr>
            <a:lvl5pPr>
              <a:defRPr sz="3225" b="1">
                <a:solidFill>
                  <a:srgbClr val="24332F"/>
                </a:solidFill>
                <a:latin typeface="DejaVu Sans"/>
                <a:ea typeface="DejaVu Sans"/>
                <a:cs typeface="DejaVu Sans"/>
              </a:defRPr>
            </a:lvl5pPr>
            <a:lvl6pPr>
              <a:defRPr sz="3225" b="1">
                <a:solidFill>
                  <a:srgbClr val="24332F"/>
                </a:solidFill>
                <a:latin typeface="DejaVu Sans"/>
                <a:ea typeface="DejaVu Sans"/>
                <a:cs typeface="DejaVu Sans"/>
              </a:defRPr>
            </a:lvl6pPr>
            <a:lvl7pPr>
              <a:defRPr sz="3225" b="1">
                <a:solidFill>
                  <a:srgbClr val="24332F"/>
                </a:solidFill>
                <a:latin typeface="DejaVu Sans"/>
                <a:ea typeface="DejaVu Sans"/>
                <a:cs typeface="DejaVu Sans"/>
              </a:defRPr>
            </a:lvl7pPr>
            <a:lvl8pPr>
              <a:defRPr sz="3225" b="1">
                <a:solidFill>
                  <a:srgbClr val="24332F"/>
                </a:solidFill>
                <a:latin typeface="DejaVu Sans"/>
                <a:ea typeface="DejaVu Sans"/>
                <a:cs typeface="DejaVu Sans"/>
              </a:defRPr>
            </a:lvl8pPr>
            <a:lvl9pPr>
              <a:defRPr sz="3225" b="1">
                <a:solidFill>
                  <a:srgbClr val="24332F"/>
                </a:solidFill>
                <a:latin typeface="DejaVu Sans"/>
                <a:ea typeface="DejaVu Sans"/>
                <a:cs typeface="DejaVu Sans"/>
              </a:defRPr>
            </a:lvl9pPr>
          </a:lstStyle>
          <a:p xmlns:a="http://schemas.openxmlformats.org/drawingml/2006/main">
            <a:pPr>
              <a:defRPr sz="3225" b="1">
                <a:solidFill>
                  <a:srgbClr val="24332F"/>
                </a:solidFill>
                <a:latin typeface="DejaVu Sans"/>
                <a:ea typeface="DejaVu Sans"/>
                <a:cs typeface="DejaVu Sans"/>
              </a:defRPr>
            </a:pPr>
            <a:r>
              <a:rPr sz="3225" b="1">
                <a:solidFill>
                  <a:srgbClr val="24332F"/>
                </a:solidFill>
                <a:latin typeface="DejaVu Sans"/>
                <a:ea typeface="DejaVu Sans"/>
                <a:cs typeface="DejaVu Sans"/>
              </a:rPr>
              <a:t>Un cas à analyser dans les sorties réelles</a:t>
            </a:r>
          </a:p>
        </p:txBody>
      </p:sp>
      <p:sp>
        <p:nvSpPr>
          <p:cNvPr id="2" name="">
            <a:extLst xmlns:a="http://schemas.openxmlformats.org/drawingml/2006/main">
              <a:ext uri="{FF2B5EF4-FFF2-40B4-BE49-F238E27FC236}">
                <a16:creationId xmlns:a16="http://schemas.microsoft.com/office/drawing/2014/main" id="{63EA99C8-417C-45EC-80AF-1DE6F0668F9E}"/>
              </a:ext>
            </a:extLst>
          </p:cNvPr>
          <p:cNvSpPr>
            <a:spLocks xmlns:a="http://schemas.openxmlformats.org/drawingml/2006/main" noGrp="1"/>
          </p:cNvSpPr>
          <p:nvPr/>
        </p:nvSpPr>
        <p:spPr>
          <a:xfrm xmlns:a="http://schemas.openxmlformats.org/drawingml/2006/main">
            <a:off x="619125" y="6381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6D68"/>
                </a:solidFill>
                <a:latin typeface="DejaVu Sans"/>
                <a:ea typeface="DejaVu Sans"/>
                <a:cs typeface="DejaVu Sans"/>
              </a:defRPr>
            </a:defPPr>
            <a:lvl1pPr>
              <a:defRPr sz="1275" b="0">
                <a:solidFill>
                  <a:srgbClr val="656D68"/>
                </a:solidFill>
                <a:latin typeface="DejaVu Sans"/>
                <a:ea typeface="DejaVu Sans"/>
                <a:cs typeface="DejaVu Sans"/>
              </a:defRPr>
            </a:lvl1pPr>
            <a:lvl2pPr>
              <a:defRPr sz="1275" b="0">
                <a:solidFill>
                  <a:srgbClr val="656D68"/>
                </a:solidFill>
                <a:latin typeface="DejaVu Sans"/>
                <a:ea typeface="DejaVu Sans"/>
                <a:cs typeface="DejaVu Sans"/>
              </a:defRPr>
            </a:lvl2pPr>
            <a:lvl3pPr>
              <a:defRPr sz="1275" b="0">
                <a:solidFill>
                  <a:srgbClr val="656D68"/>
                </a:solidFill>
                <a:latin typeface="DejaVu Sans"/>
                <a:ea typeface="DejaVu Sans"/>
                <a:cs typeface="DejaVu Sans"/>
              </a:defRPr>
            </a:lvl3pPr>
            <a:lvl4pPr>
              <a:defRPr sz="1275" b="0">
                <a:solidFill>
                  <a:srgbClr val="656D68"/>
                </a:solidFill>
                <a:latin typeface="DejaVu Sans"/>
                <a:ea typeface="DejaVu Sans"/>
                <a:cs typeface="DejaVu Sans"/>
              </a:defRPr>
            </a:lvl4pPr>
            <a:lvl5pPr>
              <a:defRPr sz="1275" b="0">
                <a:solidFill>
                  <a:srgbClr val="656D68"/>
                </a:solidFill>
                <a:latin typeface="DejaVu Sans"/>
                <a:ea typeface="DejaVu Sans"/>
                <a:cs typeface="DejaVu Sans"/>
              </a:defRPr>
            </a:lvl5pPr>
            <a:lvl6pPr>
              <a:defRPr sz="1275" b="0">
                <a:solidFill>
                  <a:srgbClr val="656D68"/>
                </a:solidFill>
                <a:latin typeface="DejaVu Sans"/>
                <a:ea typeface="DejaVu Sans"/>
                <a:cs typeface="DejaVu Sans"/>
              </a:defRPr>
            </a:lvl6pPr>
            <a:lvl7pPr>
              <a:defRPr sz="1275" b="0">
                <a:solidFill>
                  <a:srgbClr val="656D68"/>
                </a:solidFill>
                <a:latin typeface="DejaVu Sans"/>
                <a:ea typeface="DejaVu Sans"/>
                <a:cs typeface="DejaVu Sans"/>
              </a:defRPr>
            </a:lvl7pPr>
            <a:lvl8pPr>
              <a:defRPr sz="1275" b="0">
                <a:solidFill>
                  <a:srgbClr val="656D68"/>
                </a:solidFill>
                <a:latin typeface="DejaVu Sans"/>
                <a:ea typeface="DejaVu Sans"/>
                <a:cs typeface="DejaVu Sans"/>
              </a:defRPr>
            </a:lvl8pPr>
            <a:lvl9pPr>
              <a:defRPr sz="1275" b="0">
                <a:solidFill>
                  <a:srgbClr val="656D68"/>
                </a:solidFill>
                <a:latin typeface="DejaVu Sans"/>
                <a:ea typeface="DejaVu Sans"/>
                <a:cs typeface="DejaVu Sans"/>
              </a:defRPr>
            </a:lvl9pPr>
          </a:lstStyle>
          <a:p xmlns:a="http://schemas.openxmlformats.org/drawingml/2006/main">
            <a:pPr>
              <a:defRPr sz="1275" b="0">
                <a:solidFill>
                  <a:srgbClr val="656D68"/>
                </a:solidFill>
                <a:latin typeface="DejaVu Sans"/>
                <a:ea typeface="DejaVu Sans"/>
                <a:cs typeface="DejaVu Sans"/>
              </a:defRPr>
            </a:pPr>
            <a:r>
              <a:rPr sz="1275" b="0">
                <a:solidFill>
                  <a:srgbClr val="656D68"/>
                </a:solidFill>
                <a:latin typeface="DejaVu Sans"/>
                <a:ea typeface="DejaVu Sans"/>
                <a:cs typeface="DejaVu Sans"/>
              </a:rPr>
              <a:t>G15 / A6 / Résultats provisoires                                  7/8</a:t>
            </a:r>
          </a:p>
        </p:txBody>
      </p:sp>
      <p:sp>
        <p:nvSpPr>
          <p:cNvPr id="3" name="">
            <a:extLst xmlns:a="http://schemas.openxmlformats.org/drawingml/2006/main">
              <a:ext uri="{FF2B5EF4-FFF2-40B4-BE49-F238E27FC236}">
                <a16:creationId xmlns:a16="http://schemas.microsoft.com/office/drawing/2014/main" id="{89EFB6C1-6697-45E5-BB85-F4BEBAADA38B}"/>
              </a:ext>
            </a:extLst>
          </p:cNvPr>
          <p:cNvSpPr>
            <a:spLocks xmlns:a="http://schemas.openxmlformats.org/drawingml/2006/main" noGrp="1"/>
          </p:cNvSpPr>
          <p:nvPr/>
        </p:nvSpPr>
        <p:spPr>
          <a:xfrm xmlns:a="http://schemas.openxmlformats.org/drawingml/2006/main">
            <a:off x="619125" y="16192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56D68"/>
                </a:solidFill>
                <a:latin typeface="DejaVu Sans"/>
                <a:ea typeface="DejaVu Sans"/>
                <a:cs typeface="DejaVu Sans"/>
              </a:defRPr>
            </a:defPPr>
            <a:lvl1pPr>
              <a:defRPr sz="1725" b="0">
                <a:solidFill>
                  <a:srgbClr val="656D68"/>
                </a:solidFill>
                <a:latin typeface="DejaVu Sans"/>
                <a:ea typeface="DejaVu Sans"/>
                <a:cs typeface="DejaVu Sans"/>
              </a:defRPr>
            </a:lvl1pPr>
            <a:lvl2pPr>
              <a:defRPr sz="1725" b="0">
                <a:solidFill>
                  <a:srgbClr val="656D68"/>
                </a:solidFill>
                <a:latin typeface="DejaVu Sans"/>
                <a:ea typeface="DejaVu Sans"/>
                <a:cs typeface="DejaVu Sans"/>
              </a:defRPr>
            </a:lvl2pPr>
            <a:lvl3pPr>
              <a:defRPr sz="1725" b="0">
                <a:solidFill>
                  <a:srgbClr val="656D68"/>
                </a:solidFill>
                <a:latin typeface="DejaVu Sans"/>
                <a:ea typeface="DejaVu Sans"/>
                <a:cs typeface="DejaVu Sans"/>
              </a:defRPr>
            </a:lvl3pPr>
            <a:lvl4pPr>
              <a:defRPr sz="1725" b="0">
                <a:solidFill>
                  <a:srgbClr val="656D68"/>
                </a:solidFill>
                <a:latin typeface="DejaVu Sans"/>
                <a:ea typeface="DejaVu Sans"/>
                <a:cs typeface="DejaVu Sans"/>
              </a:defRPr>
            </a:lvl4pPr>
            <a:lvl5pPr>
              <a:defRPr sz="1725" b="0">
                <a:solidFill>
                  <a:srgbClr val="656D68"/>
                </a:solidFill>
                <a:latin typeface="DejaVu Sans"/>
                <a:ea typeface="DejaVu Sans"/>
                <a:cs typeface="DejaVu Sans"/>
              </a:defRPr>
            </a:lvl5pPr>
            <a:lvl6pPr>
              <a:defRPr sz="1725" b="0">
                <a:solidFill>
                  <a:srgbClr val="656D68"/>
                </a:solidFill>
                <a:latin typeface="DejaVu Sans"/>
                <a:ea typeface="DejaVu Sans"/>
                <a:cs typeface="DejaVu Sans"/>
              </a:defRPr>
            </a:lvl6pPr>
            <a:lvl7pPr>
              <a:defRPr sz="1725" b="0">
                <a:solidFill>
                  <a:srgbClr val="656D68"/>
                </a:solidFill>
                <a:latin typeface="DejaVu Sans"/>
                <a:ea typeface="DejaVu Sans"/>
                <a:cs typeface="DejaVu Sans"/>
              </a:defRPr>
            </a:lvl7pPr>
            <a:lvl8pPr>
              <a:defRPr sz="1725" b="0">
                <a:solidFill>
                  <a:srgbClr val="656D68"/>
                </a:solidFill>
                <a:latin typeface="DejaVu Sans"/>
                <a:ea typeface="DejaVu Sans"/>
                <a:cs typeface="DejaVu Sans"/>
              </a:defRPr>
            </a:lvl8pPr>
            <a:lvl9pPr>
              <a:defRPr sz="1725" b="0">
                <a:solidFill>
                  <a:srgbClr val="656D68"/>
                </a:solidFill>
                <a:latin typeface="DejaVu Sans"/>
                <a:ea typeface="DejaVu Sans"/>
                <a:cs typeface="DejaVu Sans"/>
              </a:defRPr>
            </a:lvl9pPr>
          </a:lstStyle>
          <a:p xmlns:a="http://schemas.openxmlformats.org/drawingml/2006/main">
            <a:pPr>
              <a:defRPr sz="1725" b="0">
                <a:solidFill>
                  <a:srgbClr val="656D68"/>
                </a:solidFill>
                <a:latin typeface="DejaVu Sans"/>
                <a:ea typeface="DejaVu Sans"/>
                <a:cs typeface="DejaVu Sans"/>
              </a:defRPr>
            </a:pPr>
            <a:r>
              <a:rPr sz="1725" b="0">
                <a:solidFill>
                  <a:srgbClr val="656D68"/>
                </a:solidFill>
                <a:latin typeface="DejaVu Sans"/>
                <a:ea typeface="DejaVu Sans"/>
                <a:cs typeface="DejaVu Sans"/>
              </a:rPr>
              <a:t>T15 / structuree / ton</a:t>
            </a:r>
          </a:p>
        </p:txBody>
      </p:sp>
      <p:sp>
        <p:nvSpPr>
          <p:cNvPr id="4" name="">
            <a:extLst xmlns:a="http://schemas.openxmlformats.org/drawingml/2006/main">
              <a:ext uri="{FF2B5EF4-FFF2-40B4-BE49-F238E27FC236}">
                <a16:creationId xmlns:a16="http://schemas.microsoft.com/office/drawing/2014/main" id="{D2DAA91E-BCE5-452E-A781-EC25F36A9B10}"/>
              </a:ext>
            </a:extLst>
          </p:cNvPr>
          <p:cNvSpPr>
            <a:spLocks xmlns:a="http://schemas.openxmlformats.org/drawingml/2006/main" noGrp="1"/>
          </p:cNvSpPr>
          <p:nvPr/>
        </p:nvSpPr>
        <p:spPr>
          <a:xfrm xmlns:a="http://schemas.openxmlformats.org/drawingml/2006/main">
            <a:off x="619125" y="2190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44F4B"/>
                </a:solidFill>
                <a:latin typeface="DejaVu Sans"/>
                <a:ea typeface="DejaVu Sans"/>
                <a:cs typeface="DejaVu Sans"/>
              </a:defRPr>
            </a:defPPr>
            <a:lvl1pPr>
              <a:defRPr sz="2100" b="1">
                <a:solidFill>
                  <a:srgbClr val="244F4B"/>
                </a:solidFill>
                <a:latin typeface="DejaVu Sans"/>
                <a:ea typeface="DejaVu Sans"/>
                <a:cs typeface="DejaVu Sans"/>
              </a:defRPr>
            </a:lvl1pPr>
            <a:lvl2pPr>
              <a:defRPr sz="2100" b="1">
                <a:solidFill>
                  <a:srgbClr val="244F4B"/>
                </a:solidFill>
                <a:latin typeface="DejaVu Sans"/>
                <a:ea typeface="DejaVu Sans"/>
                <a:cs typeface="DejaVu Sans"/>
              </a:defRPr>
            </a:lvl2pPr>
            <a:lvl3pPr>
              <a:defRPr sz="2100" b="1">
                <a:solidFill>
                  <a:srgbClr val="244F4B"/>
                </a:solidFill>
                <a:latin typeface="DejaVu Sans"/>
                <a:ea typeface="DejaVu Sans"/>
                <a:cs typeface="DejaVu Sans"/>
              </a:defRPr>
            </a:lvl3pPr>
            <a:lvl4pPr>
              <a:defRPr sz="2100" b="1">
                <a:solidFill>
                  <a:srgbClr val="244F4B"/>
                </a:solidFill>
                <a:latin typeface="DejaVu Sans"/>
                <a:ea typeface="DejaVu Sans"/>
                <a:cs typeface="DejaVu Sans"/>
              </a:defRPr>
            </a:lvl4pPr>
            <a:lvl5pPr>
              <a:defRPr sz="2100" b="1">
                <a:solidFill>
                  <a:srgbClr val="244F4B"/>
                </a:solidFill>
                <a:latin typeface="DejaVu Sans"/>
                <a:ea typeface="DejaVu Sans"/>
                <a:cs typeface="DejaVu Sans"/>
              </a:defRPr>
            </a:lvl5pPr>
            <a:lvl6pPr>
              <a:defRPr sz="2100" b="1">
                <a:solidFill>
                  <a:srgbClr val="244F4B"/>
                </a:solidFill>
                <a:latin typeface="DejaVu Sans"/>
                <a:ea typeface="DejaVu Sans"/>
                <a:cs typeface="DejaVu Sans"/>
              </a:defRPr>
            </a:lvl6pPr>
            <a:lvl7pPr>
              <a:defRPr sz="2100" b="1">
                <a:solidFill>
                  <a:srgbClr val="244F4B"/>
                </a:solidFill>
                <a:latin typeface="DejaVu Sans"/>
                <a:ea typeface="DejaVu Sans"/>
                <a:cs typeface="DejaVu Sans"/>
              </a:defRPr>
            </a:lvl7pPr>
            <a:lvl8pPr>
              <a:defRPr sz="2100" b="1">
                <a:solidFill>
                  <a:srgbClr val="244F4B"/>
                </a:solidFill>
                <a:latin typeface="DejaVu Sans"/>
                <a:ea typeface="DejaVu Sans"/>
                <a:cs typeface="DejaVu Sans"/>
              </a:defRPr>
            </a:lvl8pPr>
            <a:lvl9pPr>
              <a:defRPr sz="2100" b="1">
                <a:solidFill>
                  <a:srgbClr val="244F4B"/>
                </a:solidFill>
                <a:latin typeface="DejaVu Sans"/>
                <a:ea typeface="DejaVu Sans"/>
                <a:cs typeface="DejaVu Sans"/>
              </a:defRPr>
            </a:lvl9pPr>
          </a:lstStyle>
          <a:p xmlns:a="http://schemas.openxmlformats.org/drawingml/2006/main">
            <a:pPr>
              <a:defRPr sz="2100" b="1">
                <a:solidFill>
                  <a:srgbClr val="244F4B"/>
                </a:solidFill>
                <a:latin typeface="DejaVu Sans"/>
                <a:ea typeface="DejaVu Sans"/>
                <a:cs typeface="DejaVu Sans"/>
              </a:defRPr>
            </a:pPr>
            <a:r>
              <a:rPr sz="2100" b="1">
                <a:solidFill>
                  <a:srgbClr val="244F4B"/>
                </a:solidFill>
                <a:latin typeface="DejaVu Sans"/>
                <a:ea typeface="DejaVu Sans"/>
                <a:cs typeface="DejaVu Sans"/>
              </a:rPr>
              <a:t>Faits à conserver</a:t>
            </a:r>
          </a:p>
        </p:txBody>
      </p:sp>
      <p:sp>
        <p:nvSpPr>
          <p:cNvPr id="5" name="">
            <a:extLst xmlns:a="http://schemas.openxmlformats.org/drawingml/2006/main">
              <a:ext uri="{FF2B5EF4-FFF2-40B4-BE49-F238E27FC236}">
                <a16:creationId xmlns:a16="http://schemas.microsoft.com/office/drawing/2014/main" id="{3513DEB9-C1E5-4B43-91D4-677D873C93C2}"/>
              </a:ext>
            </a:extLst>
          </p:cNvPr>
          <p:cNvSpPr>
            <a:spLocks xmlns:a="http://schemas.openxmlformats.org/drawingml/2006/main" noGrp="1"/>
          </p:cNvSpPr>
          <p:nvPr/>
        </p:nvSpPr>
        <p:spPr>
          <a:xfrm xmlns:a="http://schemas.openxmlformats.org/drawingml/2006/main">
            <a:off x="619125" y="2762250"/>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4332F"/>
                </a:solidFill>
                <a:latin typeface="DejaVu Sans"/>
                <a:ea typeface="DejaVu Sans"/>
                <a:cs typeface="DejaVu Sans"/>
              </a:defRPr>
            </a:defPPr>
            <a:lvl1pPr>
              <a:defRPr sz="1800" b="0">
                <a:solidFill>
                  <a:srgbClr val="24332F"/>
                </a:solidFill>
                <a:latin typeface="DejaVu Sans"/>
                <a:ea typeface="DejaVu Sans"/>
                <a:cs typeface="DejaVu Sans"/>
              </a:defRPr>
            </a:lvl1pPr>
            <a:lvl2pPr>
              <a:defRPr sz="1800" b="0">
                <a:solidFill>
                  <a:srgbClr val="24332F"/>
                </a:solidFill>
                <a:latin typeface="DejaVu Sans"/>
                <a:ea typeface="DejaVu Sans"/>
                <a:cs typeface="DejaVu Sans"/>
              </a:defRPr>
            </a:lvl2pPr>
            <a:lvl3pPr>
              <a:defRPr sz="1800" b="0">
                <a:solidFill>
                  <a:srgbClr val="24332F"/>
                </a:solidFill>
                <a:latin typeface="DejaVu Sans"/>
                <a:ea typeface="DejaVu Sans"/>
                <a:cs typeface="DejaVu Sans"/>
              </a:defRPr>
            </a:lvl3pPr>
            <a:lvl4pPr>
              <a:defRPr sz="1800" b="0">
                <a:solidFill>
                  <a:srgbClr val="24332F"/>
                </a:solidFill>
                <a:latin typeface="DejaVu Sans"/>
                <a:ea typeface="DejaVu Sans"/>
                <a:cs typeface="DejaVu Sans"/>
              </a:defRPr>
            </a:lvl4pPr>
            <a:lvl5pPr>
              <a:defRPr sz="1800" b="0">
                <a:solidFill>
                  <a:srgbClr val="24332F"/>
                </a:solidFill>
                <a:latin typeface="DejaVu Sans"/>
                <a:ea typeface="DejaVu Sans"/>
                <a:cs typeface="DejaVu Sans"/>
              </a:defRPr>
            </a:lvl5pPr>
            <a:lvl6pPr>
              <a:defRPr sz="1800" b="0">
                <a:solidFill>
                  <a:srgbClr val="24332F"/>
                </a:solidFill>
                <a:latin typeface="DejaVu Sans"/>
                <a:ea typeface="DejaVu Sans"/>
                <a:cs typeface="DejaVu Sans"/>
              </a:defRPr>
            </a:lvl6pPr>
            <a:lvl7pPr>
              <a:defRPr sz="1800" b="0">
                <a:solidFill>
                  <a:srgbClr val="24332F"/>
                </a:solidFill>
                <a:latin typeface="DejaVu Sans"/>
                <a:ea typeface="DejaVu Sans"/>
                <a:cs typeface="DejaVu Sans"/>
              </a:defRPr>
            </a:lvl7pPr>
            <a:lvl8pPr>
              <a:defRPr sz="1800" b="0">
                <a:solidFill>
                  <a:srgbClr val="24332F"/>
                </a:solidFill>
                <a:latin typeface="DejaVu Sans"/>
                <a:ea typeface="DejaVu Sans"/>
                <a:cs typeface="DejaVu Sans"/>
              </a:defRPr>
            </a:lvl8pPr>
            <a:lvl9pPr>
              <a:defRPr sz="1800" b="0">
                <a:solidFill>
                  <a:srgbClr val="24332F"/>
                </a:solidFill>
                <a:latin typeface="DejaVu Sans"/>
                <a:ea typeface="DejaVu Sans"/>
                <a:cs typeface="DejaVu Sans"/>
              </a:defRPr>
            </a:lvl9pPr>
          </a:lstStyle>
          <a:p xmlns:a="http://schemas.openxmlformats.org/drawingml/2006/main">
            <a:pPr>
              <a:defRPr sz="1800" b="0">
                <a:solidFill>
                  <a:srgbClr val="24332F"/>
                </a:solidFill>
                <a:latin typeface="DejaVu Sans"/>
                <a:ea typeface="DejaVu Sans"/>
                <a:cs typeface="DejaVu Sans"/>
              </a:defRPr>
            </a:pPr>
            <a:r>
              <a:rPr sz="1800" b="0">
                <a:solidFill>
                  <a:srgbClr val="24332F"/>
                </a:solidFill>
                <a:latin typeface="DejaVu Sans"/>
                <a:ea typeface="DejaVu Sans"/>
                <a:cs typeface="DejaVu Sans"/>
              </a:rPr>
              <a:t>La session du 10 décembre est reportée au 17 décembre.</a:t>
            </a:r>
          </a:p>
          <a:p xmlns:a="http://schemas.openxmlformats.org/drawingml/2006/main">
            <a:r>
              <a:t/>
            </a:r>
          </a:p>
          <a:p xmlns:a="http://schemas.openxmlformats.org/drawingml/2006/main">
            <a:pPr>
              <a:defRPr sz="1800" b="0">
                <a:solidFill>
                  <a:srgbClr val="24332F"/>
                </a:solidFill>
                <a:latin typeface="DejaVu Sans"/>
                <a:ea typeface="DejaVu Sans"/>
                <a:cs typeface="DejaVu Sans"/>
              </a:defRPr>
            </a:pPr>
            <a:r>
              <a:rPr sz="1800" b="0">
                <a:solidFill>
                  <a:srgbClr val="24332F"/>
                </a:solidFill>
                <a:latin typeface="DejaVu Sans"/>
                <a:ea typeface="DejaVu Sans"/>
                <a:cs typeface="DejaVu Sans"/>
              </a:rPr>
              <a:t>La salle reste la salle C5.</a:t>
            </a:r>
          </a:p>
          <a:p xmlns:a="http://schemas.openxmlformats.org/drawingml/2006/main">
            <a:r>
              <a:t/>
            </a:r>
          </a:p>
          <a:p xmlns:a="http://schemas.openxmlformats.org/drawingml/2006/main">
            <a:pPr>
              <a:defRPr sz="1800" b="0">
                <a:solidFill>
                  <a:srgbClr val="24332F"/>
                </a:solidFill>
                <a:latin typeface="DejaVu Sans"/>
                <a:ea typeface="DejaVu Sans"/>
                <a:cs typeface="DejaVu Sans"/>
              </a:defRPr>
            </a:pPr>
            <a:r>
              <a:rPr sz="1800" b="0">
                <a:solidFill>
                  <a:srgbClr val="24332F"/>
                </a:solidFill>
                <a:latin typeface="DejaVu Sans"/>
                <a:ea typeface="DejaVu Sans"/>
                <a:cs typeface="DejaVu Sans"/>
              </a:rPr>
              <a:t>Le contenu et la durée ne changent pas.</a:t>
            </a:r>
          </a:p>
        </p:txBody>
      </p:sp>
      <p:sp>
        <p:nvSpPr>
          <p:cNvPr id="6" name="">
            <a:extLst xmlns:a="http://schemas.openxmlformats.org/drawingml/2006/main">
              <a:ext uri="{FF2B5EF4-FFF2-40B4-BE49-F238E27FC236}">
                <a16:creationId xmlns:a16="http://schemas.microsoft.com/office/drawing/2014/main" id="{4B529535-1B3F-4077-B9FE-F5FC732DB419}"/>
              </a:ext>
            </a:extLst>
          </p:cNvPr>
          <p:cNvSpPr>
            <a:spLocks xmlns:a="http://schemas.openxmlformats.org/drawingml/2006/main" noGrp="1"/>
          </p:cNvSpPr>
          <p:nvPr/>
        </p:nvSpPr>
        <p:spPr>
          <a:xfrm xmlns:a="http://schemas.openxmlformats.org/drawingml/2006/main">
            <a:off x="6191250" y="21907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44F4B"/>
                </a:solidFill>
                <a:latin typeface="DejaVu Sans"/>
                <a:ea typeface="DejaVu Sans"/>
                <a:cs typeface="DejaVu Sans"/>
              </a:defRPr>
            </a:defPPr>
            <a:lvl1pPr>
              <a:defRPr sz="2100" b="1">
                <a:solidFill>
                  <a:srgbClr val="244F4B"/>
                </a:solidFill>
                <a:latin typeface="DejaVu Sans"/>
                <a:ea typeface="DejaVu Sans"/>
                <a:cs typeface="DejaVu Sans"/>
              </a:defRPr>
            </a:lvl1pPr>
            <a:lvl2pPr>
              <a:defRPr sz="2100" b="1">
                <a:solidFill>
                  <a:srgbClr val="244F4B"/>
                </a:solidFill>
                <a:latin typeface="DejaVu Sans"/>
                <a:ea typeface="DejaVu Sans"/>
                <a:cs typeface="DejaVu Sans"/>
              </a:defRPr>
            </a:lvl2pPr>
            <a:lvl3pPr>
              <a:defRPr sz="2100" b="1">
                <a:solidFill>
                  <a:srgbClr val="244F4B"/>
                </a:solidFill>
                <a:latin typeface="DejaVu Sans"/>
                <a:ea typeface="DejaVu Sans"/>
                <a:cs typeface="DejaVu Sans"/>
              </a:defRPr>
            </a:lvl3pPr>
            <a:lvl4pPr>
              <a:defRPr sz="2100" b="1">
                <a:solidFill>
                  <a:srgbClr val="244F4B"/>
                </a:solidFill>
                <a:latin typeface="DejaVu Sans"/>
                <a:ea typeface="DejaVu Sans"/>
                <a:cs typeface="DejaVu Sans"/>
              </a:defRPr>
            </a:lvl4pPr>
            <a:lvl5pPr>
              <a:defRPr sz="2100" b="1">
                <a:solidFill>
                  <a:srgbClr val="244F4B"/>
                </a:solidFill>
                <a:latin typeface="DejaVu Sans"/>
                <a:ea typeface="DejaVu Sans"/>
                <a:cs typeface="DejaVu Sans"/>
              </a:defRPr>
            </a:lvl5pPr>
            <a:lvl6pPr>
              <a:defRPr sz="2100" b="1">
                <a:solidFill>
                  <a:srgbClr val="244F4B"/>
                </a:solidFill>
                <a:latin typeface="DejaVu Sans"/>
                <a:ea typeface="DejaVu Sans"/>
                <a:cs typeface="DejaVu Sans"/>
              </a:defRPr>
            </a:lvl6pPr>
            <a:lvl7pPr>
              <a:defRPr sz="2100" b="1">
                <a:solidFill>
                  <a:srgbClr val="244F4B"/>
                </a:solidFill>
                <a:latin typeface="DejaVu Sans"/>
                <a:ea typeface="DejaVu Sans"/>
                <a:cs typeface="DejaVu Sans"/>
              </a:defRPr>
            </a:lvl7pPr>
            <a:lvl8pPr>
              <a:defRPr sz="2100" b="1">
                <a:solidFill>
                  <a:srgbClr val="244F4B"/>
                </a:solidFill>
                <a:latin typeface="DejaVu Sans"/>
                <a:ea typeface="DejaVu Sans"/>
                <a:cs typeface="DejaVu Sans"/>
              </a:defRPr>
            </a:lvl8pPr>
            <a:lvl9pPr>
              <a:defRPr sz="2100" b="1">
                <a:solidFill>
                  <a:srgbClr val="244F4B"/>
                </a:solidFill>
                <a:latin typeface="DejaVu Sans"/>
                <a:ea typeface="DejaVu Sans"/>
                <a:cs typeface="DejaVu Sans"/>
              </a:defRPr>
            </a:lvl9pPr>
          </a:lstStyle>
          <a:p xmlns:a="http://schemas.openxmlformats.org/drawingml/2006/main">
            <a:pPr>
              <a:defRPr sz="2100" b="1">
                <a:solidFill>
                  <a:srgbClr val="244F4B"/>
                </a:solidFill>
                <a:latin typeface="DejaVu Sans"/>
                <a:ea typeface="DejaVu Sans"/>
                <a:cs typeface="DejaVu Sans"/>
              </a:defRPr>
            </a:pPr>
            <a:r>
              <a:rPr sz="2100" b="1">
                <a:solidFill>
                  <a:srgbClr val="244F4B"/>
                </a:solidFill>
                <a:latin typeface="DejaVu Sans"/>
                <a:ea typeface="DejaVu Sans"/>
                <a:cs typeface="DejaVu Sans"/>
              </a:rPr>
              <a:t>Réécriture obtenue</a:t>
            </a:r>
          </a:p>
        </p:txBody>
      </p:sp>
      <p:sp>
        <p:nvSpPr>
          <p:cNvPr id="7" name="">
            <a:extLst xmlns:a="http://schemas.openxmlformats.org/drawingml/2006/main">
              <a:ext uri="{FF2B5EF4-FFF2-40B4-BE49-F238E27FC236}">
                <a16:creationId xmlns:a16="http://schemas.microsoft.com/office/drawing/2014/main" id="{E2CB4748-EB83-43F4-A614-B0B36AA59C6F}"/>
              </a:ext>
            </a:extLst>
          </p:cNvPr>
          <p:cNvSpPr>
            <a:spLocks xmlns:a="http://schemas.openxmlformats.org/drawingml/2006/main" noGrp="1"/>
          </p:cNvSpPr>
          <p:nvPr/>
        </p:nvSpPr>
        <p:spPr>
          <a:xfrm xmlns:a="http://schemas.openxmlformats.org/drawingml/2006/main">
            <a:off x="6191250" y="2762250"/>
            <a:ext cx="53816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4332F"/>
                </a:solidFill>
                <a:latin typeface="DejaVu Sans"/>
                <a:ea typeface="DejaVu Sans"/>
                <a:cs typeface="DejaVu Sans"/>
              </a:defRPr>
            </a:defPPr>
            <a:lvl1pPr>
              <a:defRPr sz="1800" b="0">
                <a:solidFill>
                  <a:srgbClr val="24332F"/>
                </a:solidFill>
                <a:latin typeface="DejaVu Sans"/>
                <a:ea typeface="DejaVu Sans"/>
                <a:cs typeface="DejaVu Sans"/>
              </a:defRPr>
            </a:lvl1pPr>
            <a:lvl2pPr>
              <a:defRPr sz="1800" b="0">
                <a:solidFill>
                  <a:srgbClr val="24332F"/>
                </a:solidFill>
                <a:latin typeface="DejaVu Sans"/>
                <a:ea typeface="DejaVu Sans"/>
                <a:cs typeface="DejaVu Sans"/>
              </a:defRPr>
            </a:lvl2pPr>
            <a:lvl3pPr>
              <a:defRPr sz="1800" b="0">
                <a:solidFill>
                  <a:srgbClr val="24332F"/>
                </a:solidFill>
                <a:latin typeface="DejaVu Sans"/>
                <a:ea typeface="DejaVu Sans"/>
                <a:cs typeface="DejaVu Sans"/>
              </a:defRPr>
            </a:lvl3pPr>
            <a:lvl4pPr>
              <a:defRPr sz="1800" b="0">
                <a:solidFill>
                  <a:srgbClr val="24332F"/>
                </a:solidFill>
                <a:latin typeface="DejaVu Sans"/>
                <a:ea typeface="DejaVu Sans"/>
                <a:cs typeface="DejaVu Sans"/>
              </a:defRPr>
            </a:lvl4pPr>
            <a:lvl5pPr>
              <a:defRPr sz="1800" b="0">
                <a:solidFill>
                  <a:srgbClr val="24332F"/>
                </a:solidFill>
                <a:latin typeface="DejaVu Sans"/>
                <a:ea typeface="DejaVu Sans"/>
                <a:cs typeface="DejaVu Sans"/>
              </a:defRPr>
            </a:lvl5pPr>
            <a:lvl6pPr>
              <a:defRPr sz="1800" b="0">
                <a:solidFill>
                  <a:srgbClr val="24332F"/>
                </a:solidFill>
                <a:latin typeface="DejaVu Sans"/>
                <a:ea typeface="DejaVu Sans"/>
                <a:cs typeface="DejaVu Sans"/>
              </a:defRPr>
            </a:lvl6pPr>
            <a:lvl7pPr>
              <a:defRPr sz="1800" b="0">
                <a:solidFill>
                  <a:srgbClr val="24332F"/>
                </a:solidFill>
                <a:latin typeface="DejaVu Sans"/>
                <a:ea typeface="DejaVu Sans"/>
                <a:cs typeface="DejaVu Sans"/>
              </a:defRPr>
            </a:lvl7pPr>
            <a:lvl8pPr>
              <a:defRPr sz="1800" b="0">
                <a:solidFill>
                  <a:srgbClr val="24332F"/>
                </a:solidFill>
                <a:latin typeface="DejaVu Sans"/>
                <a:ea typeface="DejaVu Sans"/>
                <a:cs typeface="DejaVu Sans"/>
              </a:defRPr>
            </a:lvl8pPr>
            <a:lvl9pPr>
              <a:defRPr sz="1800" b="0">
                <a:solidFill>
                  <a:srgbClr val="24332F"/>
                </a:solidFill>
                <a:latin typeface="DejaVu Sans"/>
                <a:ea typeface="DejaVu Sans"/>
                <a:cs typeface="DejaVu Sans"/>
              </a:defRPr>
            </a:lvl9pPr>
          </a:lstStyle>
          <a:p xmlns:a="http://schemas.openxmlformats.org/drawingml/2006/main">
            <a:pPr>
              <a:defRPr sz="1800" b="0">
                <a:solidFill>
                  <a:srgbClr val="24332F"/>
                </a:solidFill>
                <a:latin typeface="DejaVu Sans"/>
                <a:ea typeface="DejaVu Sans"/>
                <a:cs typeface="DejaVu Sans"/>
              </a:defRPr>
            </a:pPr>
            <a:r>
              <a:rPr sz="1800" b="0">
                <a:solidFill>
                  <a:srgbClr val="24332F"/>
                </a:solidFill>
                <a:latin typeface="DejaVu Sans"/>
                <a:ea typeface="DejaVu Sans"/>
                <a:cs typeface="DejaVu Sans"/>
              </a:rPr>
              <a:t>Bonjour ! La session du 10 décembre est décalée au 17 décembre. Pas d'inquiétude, la salle C5 et le programme restent les mêmes.</a:t>
            </a:r>
          </a:p>
        </p:txBody>
      </p:sp>
      <p:sp>
        <p:nvSpPr>
          <p:cNvPr id="8" name="">
            <a:extLst xmlns:a="http://schemas.openxmlformats.org/drawingml/2006/main">
              <a:ext uri="{FF2B5EF4-FFF2-40B4-BE49-F238E27FC236}">
                <a16:creationId xmlns:a16="http://schemas.microsoft.com/office/drawing/2014/main" id="{7C97C362-7D23-4FF5-894E-F5802BA72AD1}"/>
              </a:ext>
            </a:extLst>
          </p:cNvPr>
          <p:cNvSpPr>
            <a:spLocks xmlns:a="http://schemas.openxmlformats.org/drawingml/2006/main" noGrp="1"/>
          </p:cNvSpPr>
          <p:nvPr/>
        </p:nvSpPr>
        <p:spPr>
          <a:xfrm xmlns:a="http://schemas.openxmlformats.org/drawingml/2006/main">
            <a:off x="6191250" y="5476875"/>
            <a:ext cx="5381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56D68"/>
                </a:solidFill>
                <a:latin typeface="DejaVu Sans"/>
                <a:ea typeface="DejaVu Sans"/>
                <a:cs typeface="DejaVu Sans"/>
              </a:defRPr>
            </a:defPPr>
            <a:lvl1pPr>
              <a:defRPr sz="1425" b="0">
                <a:solidFill>
                  <a:srgbClr val="656D68"/>
                </a:solidFill>
                <a:latin typeface="DejaVu Sans"/>
                <a:ea typeface="DejaVu Sans"/>
                <a:cs typeface="DejaVu Sans"/>
              </a:defRPr>
            </a:lvl1pPr>
            <a:lvl2pPr>
              <a:defRPr sz="1425" b="0">
                <a:solidFill>
                  <a:srgbClr val="656D68"/>
                </a:solidFill>
                <a:latin typeface="DejaVu Sans"/>
                <a:ea typeface="DejaVu Sans"/>
                <a:cs typeface="DejaVu Sans"/>
              </a:defRPr>
            </a:lvl2pPr>
            <a:lvl3pPr>
              <a:defRPr sz="1425" b="0">
                <a:solidFill>
                  <a:srgbClr val="656D68"/>
                </a:solidFill>
                <a:latin typeface="DejaVu Sans"/>
                <a:ea typeface="DejaVu Sans"/>
                <a:cs typeface="DejaVu Sans"/>
              </a:defRPr>
            </a:lvl3pPr>
            <a:lvl4pPr>
              <a:defRPr sz="1425" b="0">
                <a:solidFill>
                  <a:srgbClr val="656D68"/>
                </a:solidFill>
                <a:latin typeface="DejaVu Sans"/>
                <a:ea typeface="DejaVu Sans"/>
                <a:cs typeface="DejaVu Sans"/>
              </a:defRPr>
            </a:lvl4pPr>
            <a:lvl5pPr>
              <a:defRPr sz="1425" b="0">
                <a:solidFill>
                  <a:srgbClr val="656D68"/>
                </a:solidFill>
                <a:latin typeface="DejaVu Sans"/>
                <a:ea typeface="DejaVu Sans"/>
                <a:cs typeface="DejaVu Sans"/>
              </a:defRPr>
            </a:lvl5pPr>
            <a:lvl6pPr>
              <a:defRPr sz="1425" b="0">
                <a:solidFill>
                  <a:srgbClr val="656D68"/>
                </a:solidFill>
                <a:latin typeface="DejaVu Sans"/>
                <a:ea typeface="DejaVu Sans"/>
                <a:cs typeface="DejaVu Sans"/>
              </a:defRPr>
            </a:lvl6pPr>
            <a:lvl7pPr>
              <a:defRPr sz="1425" b="0">
                <a:solidFill>
                  <a:srgbClr val="656D68"/>
                </a:solidFill>
                <a:latin typeface="DejaVu Sans"/>
                <a:ea typeface="DejaVu Sans"/>
                <a:cs typeface="DejaVu Sans"/>
              </a:defRPr>
            </a:lvl7pPr>
            <a:lvl8pPr>
              <a:defRPr sz="1425" b="0">
                <a:solidFill>
                  <a:srgbClr val="656D68"/>
                </a:solidFill>
                <a:latin typeface="DejaVu Sans"/>
                <a:ea typeface="DejaVu Sans"/>
                <a:cs typeface="DejaVu Sans"/>
              </a:defRPr>
            </a:lvl8pPr>
            <a:lvl9pPr>
              <a:defRPr sz="1425" b="0">
                <a:solidFill>
                  <a:srgbClr val="656D68"/>
                </a:solidFill>
                <a:latin typeface="DejaVu Sans"/>
                <a:ea typeface="DejaVu Sans"/>
                <a:cs typeface="DejaVu Sans"/>
              </a:defRPr>
            </a:lvl9pPr>
          </a:lstStyle>
          <a:p xmlns:a="http://schemas.openxmlformats.org/drawingml/2006/main">
            <a:pPr>
              <a:defRPr sz="1425" b="0">
                <a:solidFill>
                  <a:srgbClr val="656D68"/>
                </a:solidFill>
                <a:latin typeface="DejaVu Sans"/>
                <a:ea typeface="DejaVu Sans"/>
                <a:cs typeface="DejaVu Sans"/>
              </a:defRPr>
            </a:pPr>
            <a:r>
              <a:rPr sz="1425" b="0">
                <a:solidFill>
                  <a:srgbClr val="656D68"/>
                </a:solidFill>
                <a:latin typeface="DejaVu Sans"/>
                <a:ea typeface="DejaVu Sans"/>
                <a:cs typeface="DejaVu Sans"/>
              </a:rPr>
              <a:t>Le contenu et la durée ne sont pas explicitement maintenus, et le ton est très familier et rassurant.</a:t>
            </a:r>
          </a:p>
        </p:txBody>
      </p:sp>
    </p:spTree>
    <p:extLst>
      <p:ext uri="{BB962C8B-B14F-4D97-AF65-F5344CB8AC3E}">
        <p14:creationId xmlns:p14="http://schemas.microsoft.com/office/powerpoint/2010/main" val="456813351"/>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439A26-0F25-425A-BF4D-F2D35F0F5538}"/>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4332F"/>
                </a:solidFill>
                <a:latin typeface="DejaVu Sans"/>
                <a:ea typeface="DejaVu Sans"/>
                <a:cs typeface="DejaVu Sans"/>
              </a:defRPr>
            </a:defPPr>
            <a:lvl1pPr>
              <a:defRPr sz="3225" b="1">
                <a:solidFill>
                  <a:srgbClr val="24332F"/>
                </a:solidFill>
                <a:latin typeface="DejaVu Sans"/>
                <a:ea typeface="DejaVu Sans"/>
                <a:cs typeface="DejaVu Sans"/>
              </a:defRPr>
            </a:lvl1pPr>
            <a:lvl2pPr>
              <a:defRPr sz="3225" b="1">
                <a:solidFill>
                  <a:srgbClr val="24332F"/>
                </a:solidFill>
                <a:latin typeface="DejaVu Sans"/>
                <a:ea typeface="DejaVu Sans"/>
                <a:cs typeface="DejaVu Sans"/>
              </a:defRPr>
            </a:lvl2pPr>
            <a:lvl3pPr>
              <a:defRPr sz="3225" b="1">
                <a:solidFill>
                  <a:srgbClr val="24332F"/>
                </a:solidFill>
                <a:latin typeface="DejaVu Sans"/>
                <a:ea typeface="DejaVu Sans"/>
                <a:cs typeface="DejaVu Sans"/>
              </a:defRPr>
            </a:lvl3pPr>
            <a:lvl4pPr>
              <a:defRPr sz="3225" b="1">
                <a:solidFill>
                  <a:srgbClr val="24332F"/>
                </a:solidFill>
                <a:latin typeface="DejaVu Sans"/>
                <a:ea typeface="DejaVu Sans"/>
                <a:cs typeface="DejaVu Sans"/>
              </a:defRPr>
            </a:lvl4pPr>
            <a:lvl5pPr>
              <a:defRPr sz="3225" b="1">
                <a:solidFill>
                  <a:srgbClr val="24332F"/>
                </a:solidFill>
                <a:latin typeface="DejaVu Sans"/>
                <a:ea typeface="DejaVu Sans"/>
                <a:cs typeface="DejaVu Sans"/>
              </a:defRPr>
            </a:lvl5pPr>
            <a:lvl6pPr>
              <a:defRPr sz="3225" b="1">
                <a:solidFill>
                  <a:srgbClr val="24332F"/>
                </a:solidFill>
                <a:latin typeface="DejaVu Sans"/>
                <a:ea typeface="DejaVu Sans"/>
                <a:cs typeface="DejaVu Sans"/>
              </a:defRPr>
            </a:lvl6pPr>
            <a:lvl7pPr>
              <a:defRPr sz="3225" b="1">
                <a:solidFill>
                  <a:srgbClr val="24332F"/>
                </a:solidFill>
                <a:latin typeface="DejaVu Sans"/>
                <a:ea typeface="DejaVu Sans"/>
                <a:cs typeface="DejaVu Sans"/>
              </a:defRPr>
            </a:lvl7pPr>
            <a:lvl8pPr>
              <a:defRPr sz="3225" b="1">
                <a:solidFill>
                  <a:srgbClr val="24332F"/>
                </a:solidFill>
                <a:latin typeface="DejaVu Sans"/>
                <a:ea typeface="DejaVu Sans"/>
                <a:cs typeface="DejaVu Sans"/>
              </a:defRPr>
            </a:lvl8pPr>
            <a:lvl9pPr>
              <a:defRPr sz="3225" b="1">
                <a:solidFill>
                  <a:srgbClr val="24332F"/>
                </a:solidFill>
                <a:latin typeface="DejaVu Sans"/>
                <a:ea typeface="DejaVu Sans"/>
                <a:cs typeface="DejaVu Sans"/>
              </a:defRPr>
            </a:lvl9pPr>
          </a:lstStyle>
          <a:p xmlns:a="http://schemas.openxmlformats.org/drawingml/2006/main">
            <a:pPr>
              <a:defRPr sz="3225" b="1">
                <a:solidFill>
                  <a:srgbClr val="24332F"/>
                </a:solidFill>
                <a:latin typeface="DejaVu Sans"/>
                <a:ea typeface="DejaVu Sans"/>
                <a:cs typeface="DejaVu Sans"/>
              </a:defRPr>
            </a:pPr>
            <a:r>
              <a:rPr sz="3225" b="1">
                <a:solidFill>
                  <a:srgbClr val="24332F"/>
                </a:solidFill>
                <a:latin typeface="DejaVu Sans"/>
                <a:ea typeface="DejaVu Sans"/>
                <a:cs typeface="DejaVu Sans"/>
              </a:rPr>
              <a:t>Les limites et la prochaine vérification</a:t>
            </a:r>
          </a:p>
        </p:txBody>
      </p:sp>
      <p:sp>
        <p:nvSpPr>
          <p:cNvPr id="2" name="">
            <a:extLst xmlns:a="http://schemas.openxmlformats.org/drawingml/2006/main">
              <a:ext uri="{FF2B5EF4-FFF2-40B4-BE49-F238E27FC236}">
                <a16:creationId xmlns:a16="http://schemas.microsoft.com/office/drawing/2014/main" id="{81FAE5A4-BC07-4B5A-9C47-C453D70AA49D}"/>
              </a:ext>
            </a:extLst>
          </p:cNvPr>
          <p:cNvSpPr>
            <a:spLocks xmlns:a="http://schemas.openxmlformats.org/drawingml/2006/main" noGrp="1"/>
          </p:cNvSpPr>
          <p:nvPr/>
        </p:nvSpPr>
        <p:spPr>
          <a:xfrm xmlns:a="http://schemas.openxmlformats.org/drawingml/2006/main">
            <a:off x="619125" y="6381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6D68"/>
                </a:solidFill>
                <a:latin typeface="DejaVu Sans"/>
                <a:ea typeface="DejaVu Sans"/>
                <a:cs typeface="DejaVu Sans"/>
              </a:defRPr>
            </a:defPPr>
            <a:lvl1pPr>
              <a:defRPr sz="1275" b="0">
                <a:solidFill>
                  <a:srgbClr val="656D68"/>
                </a:solidFill>
                <a:latin typeface="DejaVu Sans"/>
                <a:ea typeface="DejaVu Sans"/>
                <a:cs typeface="DejaVu Sans"/>
              </a:defRPr>
            </a:lvl1pPr>
            <a:lvl2pPr>
              <a:defRPr sz="1275" b="0">
                <a:solidFill>
                  <a:srgbClr val="656D68"/>
                </a:solidFill>
                <a:latin typeface="DejaVu Sans"/>
                <a:ea typeface="DejaVu Sans"/>
                <a:cs typeface="DejaVu Sans"/>
              </a:defRPr>
            </a:lvl2pPr>
            <a:lvl3pPr>
              <a:defRPr sz="1275" b="0">
                <a:solidFill>
                  <a:srgbClr val="656D68"/>
                </a:solidFill>
                <a:latin typeface="DejaVu Sans"/>
                <a:ea typeface="DejaVu Sans"/>
                <a:cs typeface="DejaVu Sans"/>
              </a:defRPr>
            </a:lvl3pPr>
            <a:lvl4pPr>
              <a:defRPr sz="1275" b="0">
                <a:solidFill>
                  <a:srgbClr val="656D68"/>
                </a:solidFill>
                <a:latin typeface="DejaVu Sans"/>
                <a:ea typeface="DejaVu Sans"/>
                <a:cs typeface="DejaVu Sans"/>
              </a:defRPr>
            </a:lvl4pPr>
            <a:lvl5pPr>
              <a:defRPr sz="1275" b="0">
                <a:solidFill>
                  <a:srgbClr val="656D68"/>
                </a:solidFill>
                <a:latin typeface="DejaVu Sans"/>
                <a:ea typeface="DejaVu Sans"/>
                <a:cs typeface="DejaVu Sans"/>
              </a:defRPr>
            </a:lvl5pPr>
            <a:lvl6pPr>
              <a:defRPr sz="1275" b="0">
                <a:solidFill>
                  <a:srgbClr val="656D68"/>
                </a:solidFill>
                <a:latin typeface="DejaVu Sans"/>
                <a:ea typeface="DejaVu Sans"/>
                <a:cs typeface="DejaVu Sans"/>
              </a:defRPr>
            </a:lvl6pPr>
            <a:lvl7pPr>
              <a:defRPr sz="1275" b="0">
                <a:solidFill>
                  <a:srgbClr val="656D68"/>
                </a:solidFill>
                <a:latin typeface="DejaVu Sans"/>
                <a:ea typeface="DejaVu Sans"/>
                <a:cs typeface="DejaVu Sans"/>
              </a:defRPr>
            </a:lvl7pPr>
            <a:lvl8pPr>
              <a:defRPr sz="1275" b="0">
                <a:solidFill>
                  <a:srgbClr val="656D68"/>
                </a:solidFill>
                <a:latin typeface="DejaVu Sans"/>
                <a:ea typeface="DejaVu Sans"/>
                <a:cs typeface="DejaVu Sans"/>
              </a:defRPr>
            </a:lvl8pPr>
            <a:lvl9pPr>
              <a:defRPr sz="1275" b="0">
                <a:solidFill>
                  <a:srgbClr val="656D68"/>
                </a:solidFill>
                <a:latin typeface="DejaVu Sans"/>
                <a:ea typeface="DejaVu Sans"/>
                <a:cs typeface="DejaVu Sans"/>
              </a:defRPr>
            </a:lvl9pPr>
          </a:lstStyle>
          <a:p xmlns:a="http://schemas.openxmlformats.org/drawingml/2006/main">
            <a:pPr>
              <a:defRPr sz="1275" b="0">
                <a:solidFill>
                  <a:srgbClr val="656D68"/>
                </a:solidFill>
                <a:latin typeface="DejaVu Sans"/>
                <a:ea typeface="DejaVu Sans"/>
                <a:cs typeface="DejaVu Sans"/>
              </a:defRPr>
            </a:pPr>
            <a:r>
              <a:rPr sz="1275" b="0">
                <a:solidFill>
                  <a:srgbClr val="656D68"/>
                </a:solidFill>
                <a:latin typeface="DejaVu Sans"/>
                <a:ea typeface="DejaVu Sans"/>
                <a:cs typeface="DejaVu Sans"/>
              </a:rPr>
              <a:t>G15 / A6 / Résultats provisoires                                  8/8</a:t>
            </a:r>
          </a:p>
        </p:txBody>
      </p:sp>
      <p:sp>
        <p:nvSpPr>
          <p:cNvPr id="3" name="">
            <a:extLst xmlns:a="http://schemas.openxmlformats.org/drawingml/2006/main">
              <a:ext uri="{FF2B5EF4-FFF2-40B4-BE49-F238E27FC236}">
                <a16:creationId xmlns:a16="http://schemas.microsoft.com/office/drawing/2014/main" id="{C745CADC-696C-41C1-B5FD-F51AB1FA39E7}"/>
              </a:ext>
            </a:extLst>
          </p:cNvPr>
          <p:cNvSpPr>
            <a:spLocks xmlns:a="http://schemas.openxmlformats.org/drawingml/2006/main" noGrp="1"/>
          </p:cNvSpPr>
          <p:nvPr/>
        </p:nvSpPr>
        <p:spPr>
          <a:xfrm xmlns:a="http://schemas.openxmlformats.org/drawingml/2006/main">
            <a:off x="619125" y="18097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244F4B"/>
                </a:solidFill>
                <a:latin typeface="DejaVu Sans"/>
                <a:ea typeface="DejaVu Sans"/>
                <a:cs typeface="DejaVu Sans"/>
              </a:defRPr>
            </a:defPPr>
            <a:lvl1pPr>
              <a:defRPr sz="2775" b="1">
                <a:solidFill>
                  <a:srgbClr val="244F4B"/>
                </a:solidFill>
                <a:latin typeface="DejaVu Sans"/>
                <a:ea typeface="DejaVu Sans"/>
                <a:cs typeface="DejaVu Sans"/>
              </a:defRPr>
            </a:lvl1pPr>
            <a:lvl2pPr>
              <a:defRPr sz="2775" b="1">
                <a:solidFill>
                  <a:srgbClr val="244F4B"/>
                </a:solidFill>
                <a:latin typeface="DejaVu Sans"/>
                <a:ea typeface="DejaVu Sans"/>
                <a:cs typeface="DejaVu Sans"/>
              </a:defRPr>
            </a:lvl2pPr>
            <a:lvl3pPr>
              <a:defRPr sz="2775" b="1">
                <a:solidFill>
                  <a:srgbClr val="244F4B"/>
                </a:solidFill>
                <a:latin typeface="DejaVu Sans"/>
                <a:ea typeface="DejaVu Sans"/>
                <a:cs typeface="DejaVu Sans"/>
              </a:defRPr>
            </a:lvl3pPr>
            <a:lvl4pPr>
              <a:defRPr sz="2775" b="1">
                <a:solidFill>
                  <a:srgbClr val="244F4B"/>
                </a:solidFill>
                <a:latin typeface="DejaVu Sans"/>
                <a:ea typeface="DejaVu Sans"/>
                <a:cs typeface="DejaVu Sans"/>
              </a:defRPr>
            </a:lvl4pPr>
            <a:lvl5pPr>
              <a:defRPr sz="2775" b="1">
                <a:solidFill>
                  <a:srgbClr val="244F4B"/>
                </a:solidFill>
                <a:latin typeface="DejaVu Sans"/>
                <a:ea typeface="DejaVu Sans"/>
                <a:cs typeface="DejaVu Sans"/>
              </a:defRPr>
            </a:lvl5pPr>
            <a:lvl6pPr>
              <a:defRPr sz="2775" b="1">
                <a:solidFill>
                  <a:srgbClr val="244F4B"/>
                </a:solidFill>
                <a:latin typeface="DejaVu Sans"/>
                <a:ea typeface="DejaVu Sans"/>
                <a:cs typeface="DejaVu Sans"/>
              </a:defRPr>
            </a:lvl6pPr>
            <a:lvl7pPr>
              <a:defRPr sz="2775" b="1">
                <a:solidFill>
                  <a:srgbClr val="244F4B"/>
                </a:solidFill>
                <a:latin typeface="DejaVu Sans"/>
                <a:ea typeface="DejaVu Sans"/>
                <a:cs typeface="DejaVu Sans"/>
              </a:defRPr>
            </a:lvl7pPr>
            <a:lvl8pPr>
              <a:defRPr sz="2775" b="1">
                <a:solidFill>
                  <a:srgbClr val="244F4B"/>
                </a:solidFill>
                <a:latin typeface="DejaVu Sans"/>
                <a:ea typeface="DejaVu Sans"/>
                <a:cs typeface="DejaVu Sans"/>
              </a:defRPr>
            </a:lvl8pPr>
            <a:lvl9pPr>
              <a:defRPr sz="2775" b="1">
                <a:solidFill>
                  <a:srgbClr val="244F4B"/>
                </a:solidFill>
                <a:latin typeface="DejaVu Sans"/>
                <a:ea typeface="DejaVu Sans"/>
                <a:cs typeface="DejaVu Sans"/>
              </a:defRPr>
            </a:lvl9pPr>
          </a:lstStyle>
          <a:p xmlns:a="http://schemas.openxmlformats.org/drawingml/2006/main">
            <a:pPr>
              <a:defRPr sz="2775" b="1">
                <a:solidFill>
                  <a:srgbClr val="244F4B"/>
                </a:solidFill>
                <a:latin typeface="DejaVu Sans"/>
                <a:ea typeface="DejaVu Sans"/>
                <a:cs typeface="DejaVu Sans"/>
              </a:defRPr>
            </a:pPr>
            <a:r>
              <a:rPr sz="2775" b="1">
                <a:solidFill>
                  <a:srgbClr val="244F4B"/>
                </a:solidFill>
                <a:latin typeface="DejaVu Sans"/>
                <a:ea typeface="DejaVu Sans"/>
                <a:cs typeface="DejaVu Sans"/>
              </a:rPr>
              <a:t>Revue humaine à terminer : 16 réécritures</a:t>
            </a:r>
          </a:p>
        </p:txBody>
      </p:sp>
      <p:sp>
        <p:nvSpPr>
          <p:cNvPr id="4" name="">
            <a:extLst xmlns:a="http://schemas.openxmlformats.org/drawingml/2006/main">
              <a:ext uri="{FF2B5EF4-FFF2-40B4-BE49-F238E27FC236}">
                <a16:creationId xmlns:a16="http://schemas.microsoft.com/office/drawing/2014/main" id="{18226B7E-4BE9-4FD4-A402-6DD62CFB7E80}"/>
              </a:ext>
            </a:extLst>
          </p:cNvPr>
          <p:cNvSpPr>
            <a:spLocks xmlns:a="http://schemas.openxmlformats.org/drawingml/2006/main" noGrp="1"/>
          </p:cNvSpPr>
          <p:nvPr/>
        </p:nvSpPr>
        <p:spPr>
          <a:xfrm xmlns:a="http://schemas.openxmlformats.org/drawingml/2006/main">
            <a:off x="619125" y="314325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32F"/>
                </a:solidFill>
                <a:latin typeface="DejaVu Sans"/>
                <a:ea typeface="DejaVu Sans"/>
                <a:cs typeface="DejaVu Sans"/>
              </a:defRPr>
            </a:defPPr>
            <a:lvl1pPr>
              <a:defRPr sz="2400" b="0">
                <a:solidFill>
                  <a:srgbClr val="24332F"/>
                </a:solidFill>
                <a:latin typeface="DejaVu Sans"/>
                <a:ea typeface="DejaVu Sans"/>
                <a:cs typeface="DejaVu Sans"/>
              </a:defRPr>
            </a:lvl1pPr>
            <a:lvl2pPr>
              <a:defRPr sz="2400" b="0">
                <a:solidFill>
                  <a:srgbClr val="24332F"/>
                </a:solidFill>
                <a:latin typeface="DejaVu Sans"/>
                <a:ea typeface="DejaVu Sans"/>
                <a:cs typeface="DejaVu Sans"/>
              </a:defRPr>
            </a:lvl2pPr>
            <a:lvl3pPr>
              <a:defRPr sz="2400" b="0">
                <a:solidFill>
                  <a:srgbClr val="24332F"/>
                </a:solidFill>
                <a:latin typeface="DejaVu Sans"/>
                <a:ea typeface="DejaVu Sans"/>
                <a:cs typeface="DejaVu Sans"/>
              </a:defRPr>
            </a:lvl3pPr>
            <a:lvl4pPr>
              <a:defRPr sz="2400" b="0">
                <a:solidFill>
                  <a:srgbClr val="24332F"/>
                </a:solidFill>
                <a:latin typeface="DejaVu Sans"/>
                <a:ea typeface="DejaVu Sans"/>
                <a:cs typeface="DejaVu Sans"/>
              </a:defRPr>
            </a:lvl4pPr>
            <a:lvl5pPr>
              <a:defRPr sz="2400" b="0">
                <a:solidFill>
                  <a:srgbClr val="24332F"/>
                </a:solidFill>
                <a:latin typeface="DejaVu Sans"/>
                <a:ea typeface="DejaVu Sans"/>
                <a:cs typeface="DejaVu Sans"/>
              </a:defRPr>
            </a:lvl5pPr>
            <a:lvl6pPr>
              <a:defRPr sz="2400" b="0">
                <a:solidFill>
                  <a:srgbClr val="24332F"/>
                </a:solidFill>
                <a:latin typeface="DejaVu Sans"/>
                <a:ea typeface="DejaVu Sans"/>
                <a:cs typeface="DejaVu Sans"/>
              </a:defRPr>
            </a:lvl6pPr>
            <a:lvl7pPr>
              <a:defRPr sz="2400" b="0">
                <a:solidFill>
                  <a:srgbClr val="24332F"/>
                </a:solidFill>
                <a:latin typeface="DejaVu Sans"/>
                <a:ea typeface="DejaVu Sans"/>
                <a:cs typeface="DejaVu Sans"/>
              </a:defRPr>
            </a:lvl7pPr>
            <a:lvl8pPr>
              <a:defRPr sz="2400" b="0">
                <a:solidFill>
                  <a:srgbClr val="24332F"/>
                </a:solidFill>
                <a:latin typeface="DejaVu Sans"/>
                <a:ea typeface="DejaVu Sans"/>
                <a:cs typeface="DejaVu Sans"/>
              </a:defRPr>
            </a:lvl8pPr>
            <a:lvl9pPr>
              <a:defRPr sz="2400" b="0">
                <a:solidFill>
                  <a:srgbClr val="24332F"/>
                </a:solidFill>
                <a:latin typeface="DejaVu Sans"/>
                <a:ea typeface="DejaVu Sans"/>
                <a:cs typeface="DejaVu Sans"/>
              </a:defRPr>
            </a:lvl9pPr>
          </a:lstStyle>
          <a:p xmlns:a="http://schemas.openxmlformats.org/drawingml/2006/main">
            <a:pPr>
              <a:defRPr sz="2400" b="0">
                <a:solidFill>
                  <a:srgbClr val="24332F"/>
                </a:solidFill>
                <a:latin typeface="DejaVu Sans"/>
                <a:ea typeface="DejaVu Sans"/>
                <a:cs typeface="DejaVu Sans"/>
              </a:defRPr>
            </a:pPr>
            <a:r>
              <a:rPr sz="2400" b="0">
                <a:solidFill>
                  <a:srgbClr val="24332F"/>
                </a:solidFill>
                <a:latin typeface="DejaVu Sans"/>
                <a:ea typeface="DejaVu Sans"/>
                <a:cs typeface="DejaVu Sans"/>
              </a:rPr>
              <a:t>Corpus synthétique et homogène</a:t>
            </a:r>
          </a:p>
          <a:p xmlns:a="http://schemas.openxmlformats.org/drawingml/2006/main">
            <a:pPr>
              <a:defRPr sz="2400" b="0">
                <a:solidFill>
                  <a:srgbClr val="24332F"/>
                </a:solidFill>
                <a:latin typeface="DejaVu Sans"/>
                <a:ea typeface="DejaVu Sans"/>
                <a:cs typeface="DejaVu Sans"/>
              </a:defRPr>
            </a:pPr>
            <a:r>
              <a:rPr sz="2400" b="0">
                <a:solidFill>
                  <a:srgbClr val="24332F"/>
                </a:solidFill>
                <a:latin typeface="DejaVu Sans"/>
                <a:ea typeface="DejaVu Sans"/>
                <a:cs typeface="DejaVu Sans"/>
              </a:rPr>
              <a:t>Une seule génération par condition</a:t>
            </a:r>
          </a:p>
          <a:p xmlns:a="http://schemas.openxmlformats.org/drawingml/2006/main">
            <a:pPr>
              <a:defRPr sz="2400" b="0">
                <a:solidFill>
                  <a:srgbClr val="24332F"/>
                </a:solidFill>
                <a:latin typeface="DejaVu Sans"/>
                <a:ea typeface="DejaVu Sans"/>
                <a:cs typeface="DejaVu Sans"/>
              </a:defRPr>
            </a:pPr>
            <a:r>
              <a:rPr sz="2400" b="0">
                <a:solidFill>
                  <a:srgbClr val="24332F"/>
                </a:solidFill>
                <a:latin typeface="DejaVu Sans"/>
                <a:ea typeface="DejaVu Sans"/>
                <a:cs typeface="DejaVu Sans"/>
              </a:rPr>
              <a:t>Indice de lisibilité et juge IA imparfaits</a:t>
            </a:r>
          </a:p>
        </p:txBody>
      </p:sp>
      <p:sp>
        <p:nvSpPr>
          <p:cNvPr id="5" name="">
            <a:extLst xmlns:a="http://schemas.openxmlformats.org/drawingml/2006/main">
              <a:ext uri="{FF2B5EF4-FFF2-40B4-BE49-F238E27FC236}">
                <a16:creationId xmlns:a16="http://schemas.microsoft.com/office/drawing/2014/main" id="{73E3E512-2E88-456E-87A5-ED9EB67566D4}"/>
              </a:ext>
            </a:extLst>
          </p:cNvPr>
          <p:cNvSpPr>
            <a:spLocks xmlns:a="http://schemas.openxmlformats.org/drawingml/2006/main" noGrp="1"/>
          </p:cNvSpPr>
          <p:nvPr/>
        </p:nvSpPr>
        <p:spPr>
          <a:xfrm xmlns:a="http://schemas.openxmlformats.org/drawingml/2006/main">
            <a:off x="619125" y="5381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44F4B"/>
                </a:solidFill>
                <a:latin typeface="DejaVu Sans"/>
                <a:ea typeface="DejaVu Sans"/>
                <a:cs typeface="DejaVu Sans"/>
              </a:defRPr>
            </a:defPPr>
            <a:lvl1pPr>
              <a:defRPr sz="2250" b="1">
                <a:solidFill>
                  <a:srgbClr val="244F4B"/>
                </a:solidFill>
                <a:latin typeface="DejaVu Sans"/>
                <a:ea typeface="DejaVu Sans"/>
                <a:cs typeface="DejaVu Sans"/>
              </a:defRPr>
            </a:lvl1pPr>
            <a:lvl2pPr>
              <a:defRPr sz="2250" b="1">
                <a:solidFill>
                  <a:srgbClr val="244F4B"/>
                </a:solidFill>
                <a:latin typeface="DejaVu Sans"/>
                <a:ea typeface="DejaVu Sans"/>
                <a:cs typeface="DejaVu Sans"/>
              </a:defRPr>
            </a:lvl2pPr>
            <a:lvl3pPr>
              <a:defRPr sz="2250" b="1">
                <a:solidFill>
                  <a:srgbClr val="244F4B"/>
                </a:solidFill>
                <a:latin typeface="DejaVu Sans"/>
                <a:ea typeface="DejaVu Sans"/>
                <a:cs typeface="DejaVu Sans"/>
              </a:defRPr>
            </a:lvl3pPr>
            <a:lvl4pPr>
              <a:defRPr sz="2250" b="1">
                <a:solidFill>
                  <a:srgbClr val="244F4B"/>
                </a:solidFill>
                <a:latin typeface="DejaVu Sans"/>
                <a:ea typeface="DejaVu Sans"/>
                <a:cs typeface="DejaVu Sans"/>
              </a:defRPr>
            </a:lvl4pPr>
            <a:lvl5pPr>
              <a:defRPr sz="2250" b="1">
                <a:solidFill>
                  <a:srgbClr val="244F4B"/>
                </a:solidFill>
                <a:latin typeface="DejaVu Sans"/>
                <a:ea typeface="DejaVu Sans"/>
                <a:cs typeface="DejaVu Sans"/>
              </a:defRPr>
            </a:lvl5pPr>
            <a:lvl6pPr>
              <a:defRPr sz="2250" b="1">
                <a:solidFill>
                  <a:srgbClr val="244F4B"/>
                </a:solidFill>
                <a:latin typeface="DejaVu Sans"/>
                <a:ea typeface="DejaVu Sans"/>
                <a:cs typeface="DejaVu Sans"/>
              </a:defRPr>
            </a:lvl6pPr>
            <a:lvl7pPr>
              <a:defRPr sz="2250" b="1">
                <a:solidFill>
                  <a:srgbClr val="244F4B"/>
                </a:solidFill>
                <a:latin typeface="DejaVu Sans"/>
                <a:ea typeface="DejaVu Sans"/>
                <a:cs typeface="DejaVu Sans"/>
              </a:defRPr>
            </a:lvl7pPr>
            <a:lvl8pPr>
              <a:defRPr sz="2250" b="1">
                <a:solidFill>
                  <a:srgbClr val="244F4B"/>
                </a:solidFill>
                <a:latin typeface="DejaVu Sans"/>
                <a:ea typeface="DejaVu Sans"/>
                <a:cs typeface="DejaVu Sans"/>
              </a:defRPr>
            </a:lvl8pPr>
            <a:lvl9pPr>
              <a:defRPr sz="2250" b="1">
                <a:solidFill>
                  <a:srgbClr val="244F4B"/>
                </a:solidFill>
                <a:latin typeface="DejaVu Sans"/>
                <a:ea typeface="DejaVu Sans"/>
                <a:cs typeface="DejaVu Sans"/>
              </a:defRPr>
            </a:lvl9pPr>
          </a:lstStyle>
          <a:p xmlns:a="http://schemas.openxmlformats.org/drawingml/2006/main">
            <a:pPr>
              <a:defRPr sz="2250" b="1">
                <a:solidFill>
                  <a:srgbClr val="244F4B"/>
                </a:solidFill>
                <a:latin typeface="DejaVu Sans"/>
                <a:ea typeface="DejaVu Sans"/>
                <a:cs typeface="DejaVu Sans"/>
              </a:defRPr>
            </a:pPr>
            <a:r>
              <a:rPr sz="2250" b="1">
                <a:solidFill>
                  <a:srgbClr val="244F4B"/>
                </a:solidFill>
                <a:latin typeface="DejaVu Sans"/>
                <a:ea typeface="DejaVu Sans"/>
                <a:cs typeface="DejaVu Sans"/>
              </a:rPr>
              <a:t>Plan B prêt : résultats, rapport et exemples enregistrés</a:t>
            </a:r>
          </a:p>
        </p:txBody>
      </p:sp>
    </p:spTree>
    <p:extLst>
      <p:ext uri="{BB962C8B-B14F-4D97-AF65-F5344CB8AC3E}">
        <p14:creationId xmlns:p14="http://schemas.microsoft.com/office/powerpoint/2010/main" val="14758629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2026-10-27T17:55:56.1940000Z</dcterms:created>
  <dcterms:modified xsi:type="dcterms:W3CDTF">2026-10-27T17:55:56.1940000Z</dcterms:modified>
</coreProperties>
</file>